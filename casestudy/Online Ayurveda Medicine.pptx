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5" Type="http://schemas.openxmlformats.org/officeDocument/2006/relationships/slideMaster" Target="slideMasters/slideMaster5.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8"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3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4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4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5"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8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2"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8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8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8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8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9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9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9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9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9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9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0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0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0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0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0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0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0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19"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2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2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2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6"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2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2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3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3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4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4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4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4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4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4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5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5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8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88"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9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9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9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95"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9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9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9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0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0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0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0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0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0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0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1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21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1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21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21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22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22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22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53"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5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5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60"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6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6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26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6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6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6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6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7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7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7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7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7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7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7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7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28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8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28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28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28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28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28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1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15"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1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1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32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2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22"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2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2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2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32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2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2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32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3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3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3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3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3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3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3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33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3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3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4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4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4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4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4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4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4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4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34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8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82"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8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84"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8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8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38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8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89"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9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9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9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39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9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9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3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97"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9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9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40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401"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0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03"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404"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0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0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40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40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409"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1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11"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412"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413"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414"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415"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16"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62"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64"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6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6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46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6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69"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7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7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47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47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47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47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477"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47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7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48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481"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8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83"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484"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8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8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48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48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489"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91"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492"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493"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494"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495"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96"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4.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6" Type="http://schemas.openxmlformats.org/officeDocument/2006/relationships/image" Target="../media/image6.png"/><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5.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image" Target="../media/image7.png"/><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18" Type="http://schemas.openxmlformats.org/officeDocument/2006/relationships/image" Target="../media/image11.png"/><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image" Target="../media/image10.png"/><Relationship Id="rId2" Type="http://schemas.openxmlformats.org/officeDocument/2006/relationships/slideLayout" Target="../slideLayouts/slideLayout86.xml"/><Relationship Id="rId16" Type="http://schemas.openxmlformats.org/officeDocument/2006/relationships/image" Target="../media/image9.png"/><Relationship Id="rId20" Type="http://schemas.openxmlformats.org/officeDocument/2006/relationships/image" Target="../media/image13.png"/><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5" Type="http://schemas.openxmlformats.org/officeDocument/2006/relationships/image" Target="../media/image8.png"/><Relationship Id="rId10" Type="http://schemas.openxmlformats.org/officeDocument/2006/relationships/slideLayout" Target="../slideLayouts/slideLayout94.xml"/><Relationship Id="rId19" Type="http://schemas.openxmlformats.org/officeDocument/2006/relationships/image" Target="../media/image12.png"/><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ustomShape 1"/>
          <p:cNvSpPr/>
          <p:nvPr/>
        </p:nvSpPr>
        <p:spPr>
          <a:xfrm>
            <a:off x="0" y="0"/>
            <a:ext cx="1219140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pic>
        <p:nvPicPr>
          <p:cNvPr id="8" name="Graphic 4"/>
          <p:cNvPicPr/>
          <p:nvPr/>
        </p:nvPicPr>
        <p:blipFill>
          <a:blip r:embed="rId14"/>
          <a:srcRect l="81836" t="-4712" b="16530"/>
          <a:stretch/>
        </p:blipFill>
        <p:spPr>
          <a:xfrm>
            <a:off x="11547720" y="188640"/>
            <a:ext cx="423720" cy="459000"/>
          </a:xfrm>
          <a:prstGeom prst="rect">
            <a:avLst/>
          </a:prstGeom>
          <a:ln>
            <a:noFill/>
          </a:ln>
        </p:spPr>
      </p:pic>
      <p:sp>
        <p:nvSpPr>
          <p:cNvPr id="2" name="CustomShape 2"/>
          <p:cNvSpPr/>
          <p:nvPr/>
        </p:nvSpPr>
        <p:spPr>
          <a:xfrm>
            <a:off x="0" y="0"/>
            <a:ext cx="1219140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pic>
        <p:nvPicPr>
          <p:cNvPr id="3" name="Graphic 2"/>
          <p:cNvPicPr/>
          <p:nvPr/>
        </p:nvPicPr>
        <p:blipFill>
          <a:blip r:embed="rId15"/>
          <a:srcRect t="18343" b="19134"/>
          <a:stretch/>
        </p:blipFill>
        <p:spPr>
          <a:xfrm flipH="1">
            <a:off x="912240" y="-3600"/>
            <a:ext cx="11298600" cy="6857280"/>
          </a:xfrm>
          <a:prstGeom prst="rect">
            <a:avLst/>
          </a:prstGeom>
          <a:ln>
            <a:noFill/>
          </a:ln>
        </p:spPr>
      </p:pic>
      <p:pic>
        <p:nvPicPr>
          <p:cNvPr id="4" name="Graphic 9"/>
          <p:cNvPicPr/>
          <p:nvPr/>
        </p:nvPicPr>
        <p:blipFill>
          <a:blip r:embed="rId14"/>
          <a:stretch/>
        </p:blipFill>
        <p:spPr>
          <a:xfrm>
            <a:off x="407880" y="6101640"/>
            <a:ext cx="2285280" cy="509400"/>
          </a:xfrm>
          <a:prstGeom prst="rect">
            <a:avLst/>
          </a:prstGeom>
          <a:ln>
            <a:noFill/>
          </a:ln>
        </p:spPr>
      </p:pic>
      <p:sp>
        <p:nvSpPr>
          <p:cNvPr id="5" name="PlaceHolder 3"/>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6" name="PlaceHolder 4"/>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3" name="Graphic 4"/>
          <p:cNvPicPr/>
          <p:nvPr/>
        </p:nvPicPr>
        <p:blipFill>
          <a:blip r:embed="rId14"/>
          <a:srcRect l="81836" t="-4712" b="16530"/>
          <a:stretch/>
        </p:blipFill>
        <p:spPr>
          <a:xfrm>
            <a:off x="11547720" y="188640"/>
            <a:ext cx="423720" cy="459000"/>
          </a:xfrm>
          <a:prstGeom prst="rect">
            <a:avLst/>
          </a:prstGeom>
          <a:ln>
            <a:noFill/>
          </a:ln>
        </p:spPr>
      </p:pic>
      <p:sp>
        <p:nvSpPr>
          <p:cNvPr id="44" name="CustomShape 1"/>
          <p:cNvSpPr/>
          <p:nvPr/>
        </p:nvSpPr>
        <p:spPr>
          <a:xfrm>
            <a:off x="12496680" y="1590480"/>
            <a:ext cx="594360" cy="62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Capgemini 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112</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173</a:t>
            </a:r>
            <a:endParaRPr lang="en-US" sz="600" b="0" strike="noStrike" spc="-1">
              <a:latin typeface="Arial"/>
            </a:endParaRPr>
          </a:p>
        </p:txBody>
      </p:sp>
      <p:sp>
        <p:nvSpPr>
          <p:cNvPr id="45" name="CustomShape 2"/>
          <p:cNvSpPr/>
          <p:nvPr/>
        </p:nvSpPr>
        <p:spPr>
          <a:xfrm>
            <a:off x="13091760" y="1590480"/>
            <a:ext cx="594360" cy="620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219</a:t>
            </a:r>
            <a:endParaRPr lang="en-US" sz="600" b="0" strike="noStrike" spc="-1">
              <a:latin typeface="Arial"/>
            </a:endParaRPr>
          </a:p>
        </p:txBody>
      </p:sp>
      <p:sp>
        <p:nvSpPr>
          <p:cNvPr id="46" name="CustomShape 3"/>
          <p:cNvSpPr/>
          <p:nvPr/>
        </p:nvSpPr>
        <p:spPr>
          <a:xfrm>
            <a:off x="13686840" y="1590480"/>
            <a:ext cx="594360" cy="620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Deep</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43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61</a:t>
            </a:r>
            <a:endParaRPr lang="en-US" sz="600" b="0" strike="noStrike" spc="-1">
              <a:latin typeface="Arial"/>
            </a:endParaRPr>
          </a:p>
        </p:txBody>
      </p:sp>
      <p:sp>
        <p:nvSpPr>
          <p:cNvPr id="47" name="CustomShape 4"/>
          <p:cNvSpPr/>
          <p:nvPr/>
        </p:nvSpPr>
        <p:spPr>
          <a:xfrm>
            <a:off x="14281920" y="1590480"/>
            <a:ext cx="594360" cy="620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Tech</a:t>
            </a:r>
            <a:r>
              <a:t/>
            </a:r>
            <a:br/>
            <a:r>
              <a:rPr lang="en-US" sz="600" b="1" strike="noStrike" spc="-1">
                <a:solidFill>
                  <a:srgbClr val="FFFFFF"/>
                </a:solidFill>
                <a:latin typeface="Verdana"/>
                <a:ea typeface="DejaVu Sans"/>
              </a:rPr>
              <a:t>Red</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76</a:t>
            </a:r>
            <a:endParaRPr lang="en-US" sz="600" b="0" strike="noStrike" spc="-1">
              <a:latin typeface="Arial"/>
            </a:endParaRPr>
          </a:p>
        </p:txBody>
      </p:sp>
      <p:sp>
        <p:nvSpPr>
          <p:cNvPr id="48" name="CustomShape 5"/>
          <p:cNvSpPr/>
          <p:nvPr/>
        </p:nvSpPr>
        <p:spPr>
          <a:xfrm>
            <a:off x="14877000" y="1590480"/>
            <a:ext cx="594360" cy="620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Zest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149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230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49" name="CustomShape 6"/>
          <p:cNvSpPr/>
          <p:nvPr/>
        </p:nvSpPr>
        <p:spPr>
          <a:xfrm>
            <a:off x="12496680" y="2468520"/>
            <a:ext cx="594360" cy="62064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Capgemini 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184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214</a:t>
            </a:r>
            <a:endParaRPr lang="en-US" sz="600" b="0" strike="noStrike" spc="-1">
              <a:latin typeface="Arial"/>
            </a:endParaRPr>
          </a:p>
        </p:txBody>
      </p:sp>
      <p:sp>
        <p:nvSpPr>
          <p:cNvPr id="50" name="CustomShape 7"/>
          <p:cNvSpPr/>
          <p:nvPr/>
        </p:nvSpPr>
        <p:spPr>
          <a:xfrm>
            <a:off x="13091760" y="2468520"/>
            <a:ext cx="594360" cy="62064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213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237</a:t>
            </a:r>
            <a:endParaRPr lang="en-US" sz="600" b="0" strike="noStrike" spc="-1">
              <a:latin typeface="Arial"/>
            </a:endParaRPr>
          </a:p>
        </p:txBody>
      </p:sp>
      <p:sp>
        <p:nvSpPr>
          <p:cNvPr id="51" name="CustomShape 8"/>
          <p:cNvSpPr/>
          <p:nvPr/>
        </p:nvSpPr>
        <p:spPr>
          <a:xfrm>
            <a:off x="13686840" y="2468520"/>
            <a:ext cx="594360" cy="62064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204</a:t>
            </a:r>
            <a:endParaRPr lang="en-US" sz="600" b="0" strike="noStrike" spc="-1">
              <a:latin typeface="Arial"/>
            </a:endParaRPr>
          </a:p>
        </p:txBody>
      </p:sp>
      <p:sp>
        <p:nvSpPr>
          <p:cNvPr id="52" name="CustomShape 9"/>
          <p:cNvSpPr/>
          <p:nvPr/>
        </p:nvSpPr>
        <p:spPr>
          <a:xfrm>
            <a:off x="14281920" y="2468520"/>
            <a:ext cx="594360" cy="62064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Orange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39</a:t>
            </a:r>
            <a:endParaRPr lang="en-US" sz="600" b="0" strike="noStrike" spc="-1">
              <a:latin typeface="Arial"/>
            </a:endParaRPr>
          </a:p>
        </p:txBody>
      </p:sp>
      <p:sp>
        <p:nvSpPr>
          <p:cNvPr id="53" name="CustomShape 10"/>
          <p:cNvSpPr/>
          <p:nvPr/>
        </p:nvSpPr>
        <p:spPr>
          <a:xfrm>
            <a:off x="14877000" y="2468520"/>
            <a:ext cx="594360" cy="62064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54" name="CustomShape 11"/>
          <p:cNvSpPr/>
          <p:nvPr/>
        </p:nvSpPr>
        <p:spPr>
          <a:xfrm>
            <a:off x="13686840" y="3089880"/>
            <a:ext cx="594360" cy="62064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57</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186</a:t>
            </a:r>
            <a:endParaRPr lang="en-US" sz="600" b="0" strike="noStrike" spc="-1">
              <a:latin typeface="Arial"/>
            </a:endParaRPr>
          </a:p>
        </p:txBody>
      </p:sp>
      <p:sp>
        <p:nvSpPr>
          <p:cNvPr id="55" name="CustomShape 12"/>
          <p:cNvSpPr/>
          <p:nvPr/>
        </p:nvSpPr>
        <p:spPr>
          <a:xfrm>
            <a:off x="14877000" y="3089880"/>
            <a:ext cx="594360" cy="62064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195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123</a:t>
            </a:r>
            <a:endParaRPr lang="en-US" sz="600" b="0" strike="noStrike" spc="-1">
              <a:latin typeface="Arial"/>
            </a:endParaRPr>
          </a:p>
        </p:txBody>
      </p:sp>
      <p:sp>
        <p:nvSpPr>
          <p:cNvPr id="56" name="CustomShape 13"/>
          <p:cNvSpPr/>
          <p:nvPr/>
        </p:nvSpPr>
        <p:spPr>
          <a:xfrm>
            <a:off x="14877000" y="4948920"/>
            <a:ext cx="594360" cy="62064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107</a:t>
            </a:r>
            <a:endParaRPr lang="en-US" sz="600" b="0" strike="noStrike" spc="-1">
              <a:latin typeface="Arial"/>
            </a:endParaRPr>
          </a:p>
        </p:txBody>
      </p:sp>
      <p:sp>
        <p:nvSpPr>
          <p:cNvPr id="57" name="CustomShape 14"/>
          <p:cNvSpPr/>
          <p:nvPr/>
        </p:nvSpPr>
        <p:spPr>
          <a:xfrm>
            <a:off x="14877000" y="4330080"/>
            <a:ext cx="594360" cy="62064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153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156</a:t>
            </a:r>
            <a:endParaRPr lang="en-US" sz="600" b="0" strike="noStrike" spc="-1">
              <a:latin typeface="Arial"/>
            </a:endParaRPr>
          </a:p>
        </p:txBody>
      </p:sp>
      <p:sp>
        <p:nvSpPr>
          <p:cNvPr id="58" name="CustomShape 15"/>
          <p:cNvSpPr/>
          <p:nvPr/>
        </p:nvSpPr>
        <p:spPr>
          <a:xfrm>
            <a:off x="14877000" y="3711240"/>
            <a:ext cx="594360" cy="62064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208</a:t>
            </a:r>
            <a:endParaRPr lang="en-US" sz="600" b="0" strike="noStrike" spc="-1">
              <a:latin typeface="Arial"/>
            </a:endParaRPr>
          </a:p>
        </p:txBody>
      </p:sp>
      <p:sp>
        <p:nvSpPr>
          <p:cNvPr id="59" name="CustomShape 16"/>
          <p:cNvSpPr/>
          <p:nvPr/>
        </p:nvSpPr>
        <p:spPr>
          <a:xfrm>
            <a:off x="14281920" y="3089880"/>
            <a:ext cx="594360" cy="620640"/>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Peach</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131</a:t>
            </a:r>
            <a:endParaRPr lang="en-US" sz="600" b="0" strike="noStrike" spc="-1">
              <a:latin typeface="Arial"/>
            </a:endParaRPr>
          </a:p>
        </p:txBody>
      </p:sp>
      <p:sp>
        <p:nvSpPr>
          <p:cNvPr id="60" name="CustomShape 17"/>
          <p:cNvSpPr/>
          <p:nvPr/>
        </p:nvSpPr>
        <p:spPr>
          <a:xfrm>
            <a:off x="14281920" y="3711240"/>
            <a:ext cx="594360" cy="62064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Light</a:t>
            </a:r>
            <a:r>
              <a:t/>
            </a:r>
            <a:b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128</a:t>
            </a:r>
            <a:endParaRPr lang="en-US" sz="600" b="0" strike="noStrike" spc="-1">
              <a:latin typeface="Arial"/>
            </a:endParaRPr>
          </a:p>
        </p:txBody>
      </p:sp>
      <p:sp>
        <p:nvSpPr>
          <p:cNvPr id="61" name="CustomShape 18"/>
          <p:cNvSpPr/>
          <p:nvPr/>
        </p:nvSpPr>
        <p:spPr>
          <a:xfrm>
            <a:off x="14281920" y="4330080"/>
            <a:ext cx="594360" cy="62064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100</a:t>
            </a:r>
            <a:endParaRPr lang="en-US" sz="600" b="0" strike="noStrike" spc="-1">
              <a:latin typeface="Arial"/>
            </a:endParaRPr>
          </a:p>
        </p:txBody>
      </p:sp>
      <p:sp>
        <p:nvSpPr>
          <p:cNvPr id="62" name="CustomShape 19"/>
          <p:cNvSpPr/>
          <p:nvPr/>
        </p:nvSpPr>
        <p:spPr>
          <a:xfrm>
            <a:off x="12500640" y="1405800"/>
            <a:ext cx="5616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Primary</a:t>
            </a:r>
            <a:endParaRPr lang="en-US" sz="1000" b="0" strike="noStrike" spc="-1">
              <a:latin typeface="Arial"/>
            </a:endParaRPr>
          </a:p>
        </p:txBody>
      </p:sp>
      <p:sp>
        <p:nvSpPr>
          <p:cNvPr id="63" name="CustomShape 20"/>
          <p:cNvSpPr/>
          <p:nvPr/>
        </p:nvSpPr>
        <p:spPr>
          <a:xfrm>
            <a:off x="12502800" y="2285280"/>
            <a:ext cx="8298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Infographic</a:t>
            </a:r>
            <a:endParaRPr lang="en-US" sz="1000" b="0" strike="noStrike" spc="-1">
              <a:latin typeface="Arial"/>
            </a:endParaRPr>
          </a:p>
        </p:txBody>
      </p:sp>
      <p:sp>
        <p:nvSpPr>
          <p:cNvPr id="64" name="CustomShape 21"/>
          <p:cNvSpPr/>
          <p:nvPr/>
        </p:nvSpPr>
        <p:spPr>
          <a:xfrm>
            <a:off x="13691520" y="1405800"/>
            <a:ext cx="74304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Secondary</a:t>
            </a:r>
            <a:endParaRPr lang="en-US" sz="1000" b="0" strike="noStrike" spc="-1">
              <a:latin typeface="Arial"/>
            </a:endParaRPr>
          </a:p>
        </p:txBody>
      </p:sp>
      <p:sp>
        <p:nvSpPr>
          <p:cNvPr id="65" name="CustomShape 22"/>
          <p:cNvSpPr/>
          <p:nvPr/>
        </p:nvSpPr>
        <p:spPr>
          <a:xfrm>
            <a:off x="13686840" y="3711240"/>
            <a:ext cx="594360" cy="62064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167</a:t>
            </a:r>
            <a:endParaRPr lang="en-US" sz="600" b="0" strike="noStrike" spc="-1">
              <a:latin typeface="Arial"/>
            </a:endParaRPr>
          </a:p>
        </p:txBody>
      </p:sp>
      <p:sp>
        <p:nvSpPr>
          <p:cNvPr id="66" name="CustomShape 23"/>
          <p:cNvSpPr/>
          <p:nvPr/>
        </p:nvSpPr>
        <p:spPr>
          <a:xfrm>
            <a:off x="0" y="0"/>
            <a:ext cx="4439160" cy="6857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pic>
        <p:nvPicPr>
          <p:cNvPr id="67" name="Picture Placeholder 10"/>
          <p:cNvPicPr/>
          <p:nvPr/>
        </p:nvPicPr>
        <p:blipFill>
          <a:blip r:embed="rId15"/>
          <a:srcRect l="2838" r="32431"/>
          <a:stretch/>
        </p:blipFill>
        <p:spPr>
          <a:xfrm>
            <a:off x="4253760" y="-2160"/>
            <a:ext cx="7937640" cy="6897600"/>
          </a:xfrm>
          <a:prstGeom prst="rect">
            <a:avLst/>
          </a:prstGeom>
          <a:ln>
            <a:noFill/>
          </a:ln>
        </p:spPr>
      </p:pic>
      <p:sp>
        <p:nvSpPr>
          <p:cNvPr id="68" name="CustomShape 24"/>
          <p:cNvSpPr/>
          <p:nvPr/>
        </p:nvSpPr>
        <p:spPr>
          <a:xfrm>
            <a:off x="11474280" y="6555600"/>
            <a:ext cx="743400" cy="21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r">
              <a:lnSpc>
                <a:spcPct val="100000"/>
              </a:lnSpc>
            </a:pPr>
            <a:fld id="{1573E611-C98B-4A37-9C6F-36270E3DC3D9}" type="slidenum">
              <a:rPr lang="en-US" sz="800" b="0" strike="noStrike" spc="-1">
                <a:solidFill>
                  <a:srgbClr val="FFFFFF"/>
                </a:solidFill>
                <a:latin typeface="Verdana"/>
                <a:ea typeface="DejaVu Sans"/>
              </a:rPr>
              <a:t>‹#›</a:t>
            </a:fld>
            <a:endParaRPr lang="en-US" sz="800" b="0" strike="noStrike" spc="-1">
              <a:latin typeface="Arial"/>
            </a:endParaRPr>
          </a:p>
        </p:txBody>
      </p:sp>
      <p:sp>
        <p:nvSpPr>
          <p:cNvPr id="69" name="CustomShape 25"/>
          <p:cNvSpPr/>
          <p:nvPr/>
        </p:nvSpPr>
        <p:spPr>
          <a:xfrm>
            <a:off x="3411360" y="6555600"/>
            <a:ext cx="2223000" cy="21888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nchor="ctr">
            <a:noAutofit/>
          </a:bodyPr>
          <a:lstStyle/>
          <a:p>
            <a:pPr>
              <a:lnSpc>
                <a:spcPct val="100000"/>
              </a:lnSpc>
            </a:pPr>
            <a:r>
              <a:rPr lang="en-US" sz="800" b="0" strike="noStrike" spc="-1">
                <a:solidFill>
                  <a:srgbClr val="FFFFFF"/>
                </a:solidFill>
                <a:latin typeface="Verdana"/>
                <a:ea typeface="DejaVu Sans"/>
              </a:rPr>
              <a:t>© 2017 Capgemini. All rights reserved.</a:t>
            </a:r>
            <a:endParaRPr lang="en-US" sz="800" b="0" strike="noStrike" spc="-1">
              <a:latin typeface="Arial"/>
            </a:endParaRPr>
          </a:p>
        </p:txBody>
      </p:sp>
      <p:sp>
        <p:nvSpPr>
          <p:cNvPr id="70" name="Line 26"/>
          <p:cNvSpPr/>
          <p:nvPr/>
        </p:nvSpPr>
        <p:spPr>
          <a:xfrm flipV="1">
            <a:off x="3283560" y="6587640"/>
            <a:ext cx="0" cy="155520"/>
          </a:xfrm>
          <a:prstGeom prst="line">
            <a:avLst/>
          </a:prstGeom>
          <a:ln w="12600">
            <a:solidFill>
              <a:schemeClr val="bg1"/>
            </a:solidFill>
            <a:round/>
          </a:ln>
        </p:spPr>
        <p:style>
          <a:lnRef idx="1">
            <a:schemeClr val="accent1"/>
          </a:lnRef>
          <a:fillRef idx="0">
            <a:schemeClr val="accent1"/>
          </a:fillRef>
          <a:effectRef idx="0">
            <a:schemeClr val="accent1"/>
          </a:effectRef>
          <a:fontRef idx="minor"/>
        </p:style>
      </p:sp>
      <p:sp>
        <p:nvSpPr>
          <p:cNvPr id="71" name="CustomShape 27"/>
          <p:cNvSpPr/>
          <p:nvPr/>
        </p:nvSpPr>
        <p:spPr>
          <a:xfrm>
            <a:off x="407880" y="6555960"/>
            <a:ext cx="2828160" cy="218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85000"/>
              </a:lnSpc>
            </a:pPr>
            <a:r>
              <a:rPr lang="en-US" sz="800" b="0" strike="noStrike" spc="-1">
                <a:solidFill>
                  <a:srgbClr val="FFFFFF"/>
                </a:solidFill>
                <a:latin typeface="Verdana"/>
                <a:ea typeface="DejaVu Sans"/>
              </a:rPr>
              <a:t>Presentation Title | Author | Date</a:t>
            </a:r>
            <a:endParaRPr lang="en-US" sz="800" b="0" strike="noStrike" spc="-1">
              <a:latin typeface="Arial"/>
            </a:endParaRPr>
          </a:p>
        </p:txBody>
      </p:sp>
      <p:sp>
        <p:nvSpPr>
          <p:cNvPr id="72" name="PlaceHolder 28"/>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73" name="PlaceHolder 29"/>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 name="CustomShape 1"/>
          <p:cNvSpPr/>
          <p:nvPr/>
        </p:nvSpPr>
        <p:spPr>
          <a:xfrm>
            <a:off x="0" y="0"/>
            <a:ext cx="1219140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pic>
        <p:nvPicPr>
          <p:cNvPr id="111" name="Graphic 4"/>
          <p:cNvPicPr/>
          <p:nvPr/>
        </p:nvPicPr>
        <p:blipFill>
          <a:blip r:embed="rId14"/>
          <a:srcRect l="81836" t="-4712" b="16530"/>
          <a:stretch/>
        </p:blipFill>
        <p:spPr>
          <a:xfrm>
            <a:off x="11547720" y="188640"/>
            <a:ext cx="423720" cy="459000"/>
          </a:xfrm>
          <a:prstGeom prst="rect">
            <a:avLst/>
          </a:prstGeom>
          <a:ln>
            <a:noFill/>
          </a:ln>
        </p:spPr>
      </p:pic>
      <p:sp>
        <p:nvSpPr>
          <p:cNvPr id="112" name="CustomShape 2"/>
          <p:cNvSpPr/>
          <p:nvPr/>
        </p:nvSpPr>
        <p:spPr>
          <a:xfrm>
            <a:off x="0" y="0"/>
            <a:ext cx="1219140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113" name="CustomShape 3"/>
          <p:cNvSpPr/>
          <p:nvPr/>
        </p:nvSpPr>
        <p:spPr>
          <a:xfrm>
            <a:off x="-312840" y="0"/>
            <a:ext cx="8759520" cy="8102160"/>
          </a:xfrm>
          <a:custGeom>
            <a:avLst/>
            <a:gdLst/>
            <a:ahLst/>
            <a:cxnLst/>
            <a:rect l="l" t="t" r="r" b="b"/>
            <a:pathLst>
              <a:path w="1637" h="1514">
                <a:moveTo>
                  <a:pt x="1453" y="0"/>
                </a:moveTo>
                <a:cubicBezTo>
                  <a:pt x="1453" y="0"/>
                  <a:pt x="1637" y="326"/>
                  <a:pt x="1238" y="494"/>
                </a:cubicBezTo>
                <a:cubicBezTo>
                  <a:pt x="840" y="663"/>
                  <a:pt x="594" y="755"/>
                  <a:pt x="763" y="1046"/>
                </a:cubicBezTo>
                <a:cubicBezTo>
                  <a:pt x="230" y="1514"/>
                  <a:pt x="0" y="1449"/>
                  <a:pt x="0" y="1449"/>
                </a:cubicBezTo>
                <a:cubicBezTo>
                  <a:pt x="0" y="0"/>
                  <a:pt x="0" y="0"/>
                  <a:pt x="0" y="0"/>
                </a:cubicBezTo>
                <a:lnTo>
                  <a:pt x="1453" y="0"/>
                </a:lnTo>
                <a:close/>
              </a:path>
            </a:pathLst>
          </a:custGeom>
          <a:solidFill>
            <a:schemeClr val="accent2"/>
          </a:solidFill>
          <a:ln>
            <a:noFill/>
          </a:ln>
        </p:spPr>
        <p:style>
          <a:lnRef idx="0">
            <a:scrgbClr r="0" g="0" b="0"/>
          </a:lnRef>
          <a:fillRef idx="0">
            <a:scrgbClr r="0" g="0" b="0"/>
          </a:fillRef>
          <a:effectRef idx="0">
            <a:scrgbClr r="0" g="0" b="0"/>
          </a:effectRef>
          <a:fontRef idx="minor"/>
        </p:style>
      </p:sp>
      <p:pic>
        <p:nvPicPr>
          <p:cNvPr id="114" name="Picture Placeholder 8"/>
          <p:cNvPicPr/>
          <p:nvPr/>
        </p:nvPicPr>
        <p:blipFill>
          <a:blip r:embed="rId15"/>
          <a:srcRect l="9325" r="9325"/>
          <a:stretch/>
        </p:blipFill>
        <p:spPr>
          <a:xfrm>
            <a:off x="2273400" y="-1440"/>
            <a:ext cx="9918000" cy="6858720"/>
          </a:xfrm>
          <a:prstGeom prst="rect">
            <a:avLst/>
          </a:prstGeom>
          <a:ln>
            <a:noFill/>
          </a:ln>
        </p:spPr>
      </p:pic>
      <p:pic>
        <p:nvPicPr>
          <p:cNvPr id="115" name="Graphic 4"/>
          <p:cNvPicPr/>
          <p:nvPr/>
        </p:nvPicPr>
        <p:blipFill>
          <a:blip r:embed="rId14"/>
          <a:srcRect l="81836" t="-4712" b="16530"/>
          <a:stretch/>
        </p:blipFill>
        <p:spPr>
          <a:xfrm>
            <a:off x="11547720" y="188640"/>
            <a:ext cx="423720" cy="459000"/>
          </a:xfrm>
          <a:prstGeom prst="rect">
            <a:avLst/>
          </a:prstGeom>
          <a:ln>
            <a:noFill/>
          </a:ln>
        </p:spPr>
      </p:pic>
      <p:sp>
        <p:nvSpPr>
          <p:cNvPr id="116" name="PlaceHolder 4"/>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117"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 name="CustomShape 1"/>
          <p:cNvSpPr/>
          <p:nvPr/>
        </p:nvSpPr>
        <p:spPr>
          <a:xfrm>
            <a:off x="0" y="0"/>
            <a:ext cx="1219140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pic>
        <p:nvPicPr>
          <p:cNvPr id="155" name="Graphic 4"/>
          <p:cNvPicPr/>
          <p:nvPr/>
        </p:nvPicPr>
        <p:blipFill>
          <a:blip r:embed="rId14"/>
          <a:srcRect l="81836" t="-4712" b="16530"/>
          <a:stretch/>
        </p:blipFill>
        <p:spPr>
          <a:xfrm>
            <a:off x="11547720" y="188640"/>
            <a:ext cx="423720" cy="459000"/>
          </a:xfrm>
          <a:prstGeom prst="rect">
            <a:avLst/>
          </a:prstGeom>
          <a:ln>
            <a:noFill/>
          </a:ln>
        </p:spPr>
      </p:pic>
      <p:sp>
        <p:nvSpPr>
          <p:cNvPr id="156" name="CustomShape 2"/>
          <p:cNvSpPr/>
          <p:nvPr/>
        </p:nvSpPr>
        <p:spPr>
          <a:xfrm>
            <a:off x="12496680" y="1590480"/>
            <a:ext cx="594360" cy="62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Capgemini 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112</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173</a:t>
            </a:r>
            <a:endParaRPr lang="en-US" sz="600" b="0" strike="noStrike" spc="-1">
              <a:latin typeface="Arial"/>
            </a:endParaRPr>
          </a:p>
        </p:txBody>
      </p:sp>
      <p:sp>
        <p:nvSpPr>
          <p:cNvPr id="157" name="CustomShape 3"/>
          <p:cNvSpPr/>
          <p:nvPr/>
        </p:nvSpPr>
        <p:spPr>
          <a:xfrm>
            <a:off x="13091760" y="1590480"/>
            <a:ext cx="594360" cy="620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219</a:t>
            </a:r>
            <a:endParaRPr lang="en-US" sz="600" b="0" strike="noStrike" spc="-1">
              <a:latin typeface="Arial"/>
            </a:endParaRPr>
          </a:p>
        </p:txBody>
      </p:sp>
      <p:sp>
        <p:nvSpPr>
          <p:cNvPr id="158" name="CustomShape 4"/>
          <p:cNvSpPr/>
          <p:nvPr/>
        </p:nvSpPr>
        <p:spPr>
          <a:xfrm>
            <a:off x="13686840" y="1590480"/>
            <a:ext cx="594360" cy="620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Deep</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43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61</a:t>
            </a:r>
            <a:endParaRPr lang="en-US" sz="600" b="0" strike="noStrike" spc="-1">
              <a:latin typeface="Arial"/>
            </a:endParaRPr>
          </a:p>
        </p:txBody>
      </p:sp>
      <p:sp>
        <p:nvSpPr>
          <p:cNvPr id="159" name="CustomShape 5"/>
          <p:cNvSpPr/>
          <p:nvPr/>
        </p:nvSpPr>
        <p:spPr>
          <a:xfrm>
            <a:off x="14281920" y="1590480"/>
            <a:ext cx="594360" cy="620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Tech</a:t>
            </a:r>
            <a:r>
              <a:t/>
            </a:r>
            <a:br/>
            <a:r>
              <a:rPr lang="en-US" sz="600" b="1" strike="noStrike" spc="-1">
                <a:solidFill>
                  <a:srgbClr val="FFFFFF"/>
                </a:solidFill>
                <a:latin typeface="Verdana"/>
                <a:ea typeface="DejaVu Sans"/>
              </a:rPr>
              <a:t>Red</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76</a:t>
            </a:r>
            <a:endParaRPr lang="en-US" sz="600" b="0" strike="noStrike" spc="-1">
              <a:latin typeface="Arial"/>
            </a:endParaRPr>
          </a:p>
        </p:txBody>
      </p:sp>
      <p:sp>
        <p:nvSpPr>
          <p:cNvPr id="160" name="CustomShape 6"/>
          <p:cNvSpPr/>
          <p:nvPr/>
        </p:nvSpPr>
        <p:spPr>
          <a:xfrm>
            <a:off x="14877000" y="1590480"/>
            <a:ext cx="594360" cy="620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Zest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149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230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161" name="CustomShape 7"/>
          <p:cNvSpPr/>
          <p:nvPr/>
        </p:nvSpPr>
        <p:spPr>
          <a:xfrm>
            <a:off x="12496680" y="2468520"/>
            <a:ext cx="594360" cy="62064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Capgemini 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184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214</a:t>
            </a:r>
            <a:endParaRPr lang="en-US" sz="600" b="0" strike="noStrike" spc="-1">
              <a:latin typeface="Arial"/>
            </a:endParaRPr>
          </a:p>
        </p:txBody>
      </p:sp>
      <p:sp>
        <p:nvSpPr>
          <p:cNvPr id="162" name="CustomShape 8"/>
          <p:cNvSpPr/>
          <p:nvPr/>
        </p:nvSpPr>
        <p:spPr>
          <a:xfrm>
            <a:off x="13091760" y="2468520"/>
            <a:ext cx="594360" cy="62064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213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237</a:t>
            </a:r>
            <a:endParaRPr lang="en-US" sz="600" b="0" strike="noStrike" spc="-1">
              <a:latin typeface="Arial"/>
            </a:endParaRPr>
          </a:p>
        </p:txBody>
      </p:sp>
      <p:sp>
        <p:nvSpPr>
          <p:cNvPr id="163" name="CustomShape 9"/>
          <p:cNvSpPr/>
          <p:nvPr/>
        </p:nvSpPr>
        <p:spPr>
          <a:xfrm>
            <a:off x="13686840" y="2468520"/>
            <a:ext cx="594360" cy="62064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204</a:t>
            </a:r>
            <a:endParaRPr lang="en-US" sz="600" b="0" strike="noStrike" spc="-1">
              <a:latin typeface="Arial"/>
            </a:endParaRPr>
          </a:p>
        </p:txBody>
      </p:sp>
      <p:sp>
        <p:nvSpPr>
          <p:cNvPr id="164" name="CustomShape 10"/>
          <p:cNvSpPr/>
          <p:nvPr/>
        </p:nvSpPr>
        <p:spPr>
          <a:xfrm>
            <a:off x="14281920" y="2468520"/>
            <a:ext cx="594360" cy="62064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Orange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39</a:t>
            </a:r>
            <a:endParaRPr lang="en-US" sz="600" b="0" strike="noStrike" spc="-1">
              <a:latin typeface="Arial"/>
            </a:endParaRPr>
          </a:p>
        </p:txBody>
      </p:sp>
      <p:sp>
        <p:nvSpPr>
          <p:cNvPr id="165" name="CustomShape 11"/>
          <p:cNvSpPr/>
          <p:nvPr/>
        </p:nvSpPr>
        <p:spPr>
          <a:xfrm>
            <a:off x="14877000" y="2468520"/>
            <a:ext cx="594360" cy="62064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166" name="CustomShape 12"/>
          <p:cNvSpPr/>
          <p:nvPr/>
        </p:nvSpPr>
        <p:spPr>
          <a:xfrm>
            <a:off x="13686840" y="3089880"/>
            <a:ext cx="594360" cy="62064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57</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186</a:t>
            </a:r>
            <a:endParaRPr lang="en-US" sz="600" b="0" strike="noStrike" spc="-1">
              <a:latin typeface="Arial"/>
            </a:endParaRPr>
          </a:p>
        </p:txBody>
      </p:sp>
      <p:sp>
        <p:nvSpPr>
          <p:cNvPr id="167" name="CustomShape 13"/>
          <p:cNvSpPr/>
          <p:nvPr/>
        </p:nvSpPr>
        <p:spPr>
          <a:xfrm>
            <a:off x="14877000" y="3089880"/>
            <a:ext cx="594360" cy="62064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195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123</a:t>
            </a:r>
            <a:endParaRPr lang="en-US" sz="600" b="0" strike="noStrike" spc="-1">
              <a:latin typeface="Arial"/>
            </a:endParaRPr>
          </a:p>
        </p:txBody>
      </p:sp>
      <p:sp>
        <p:nvSpPr>
          <p:cNvPr id="168" name="CustomShape 14"/>
          <p:cNvSpPr/>
          <p:nvPr/>
        </p:nvSpPr>
        <p:spPr>
          <a:xfrm>
            <a:off x="14877000" y="4948920"/>
            <a:ext cx="594360" cy="62064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107</a:t>
            </a:r>
            <a:endParaRPr lang="en-US" sz="600" b="0" strike="noStrike" spc="-1">
              <a:latin typeface="Arial"/>
            </a:endParaRPr>
          </a:p>
        </p:txBody>
      </p:sp>
      <p:sp>
        <p:nvSpPr>
          <p:cNvPr id="169" name="CustomShape 15"/>
          <p:cNvSpPr/>
          <p:nvPr/>
        </p:nvSpPr>
        <p:spPr>
          <a:xfrm>
            <a:off x="14877000" y="4330080"/>
            <a:ext cx="594360" cy="62064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153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156</a:t>
            </a:r>
            <a:endParaRPr lang="en-US" sz="600" b="0" strike="noStrike" spc="-1">
              <a:latin typeface="Arial"/>
            </a:endParaRPr>
          </a:p>
        </p:txBody>
      </p:sp>
      <p:sp>
        <p:nvSpPr>
          <p:cNvPr id="170" name="CustomShape 16"/>
          <p:cNvSpPr/>
          <p:nvPr/>
        </p:nvSpPr>
        <p:spPr>
          <a:xfrm>
            <a:off x="14877000" y="3711240"/>
            <a:ext cx="594360" cy="62064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208</a:t>
            </a:r>
            <a:endParaRPr lang="en-US" sz="600" b="0" strike="noStrike" spc="-1">
              <a:latin typeface="Arial"/>
            </a:endParaRPr>
          </a:p>
        </p:txBody>
      </p:sp>
      <p:sp>
        <p:nvSpPr>
          <p:cNvPr id="171" name="CustomShape 17"/>
          <p:cNvSpPr/>
          <p:nvPr/>
        </p:nvSpPr>
        <p:spPr>
          <a:xfrm>
            <a:off x="14281920" y="3089880"/>
            <a:ext cx="594360" cy="620640"/>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Peach</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131</a:t>
            </a:r>
            <a:endParaRPr lang="en-US" sz="600" b="0" strike="noStrike" spc="-1">
              <a:latin typeface="Arial"/>
            </a:endParaRPr>
          </a:p>
        </p:txBody>
      </p:sp>
      <p:sp>
        <p:nvSpPr>
          <p:cNvPr id="172" name="CustomShape 18"/>
          <p:cNvSpPr/>
          <p:nvPr/>
        </p:nvSpPr>
        <p:spPr>
          <a:xfrm>
            <a:off x="14281920" y="3711240"/>
            <a:ext cx="594360" cy="62064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Light</a:t>
            </a:r>
            <a:r>
              <a:t/>
            </a:r>
            <a:b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128</a:t>
            </a:r>
            <a:endParaRPr lang="en-US" sz="600" b="0" strike="noStrike" spc="-1">
              <a:latin typeface="Arial"/>
            </a:endParaRPr>
          </a:p>
        </p:txBody>
      </p:sp>
      <p:sp>
        <p:nvSpPr>
          <p:cNvPr id="173" name="CustomShape 19"/>
          <p:cNvSpPr/>
          <p:nvPr/>
        </p:nvSpPr>
        <p:spPr>
          <a:xfrm>
            <a:off x="14281920" y="4330080"/>
            <a:ext cx="594360" cy="62064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100</a:t>
            </a:r>
            <a:endParaRPr lang="en-US" sz="600" b="0" strike="noStrike" spc="-1">
              <a:latin typeface="Arial"/>
            </a:endParaRPr>
          </a:p>
        </p:txBody>
      </p:sp>
      <p:sp>
        <p:nvSpPr>
          <p:cNvPr id="174" name="CustomShape 20"/>
          <p:cNvSpPr/>
          <p:nvPr/>
        </p:nvSpPr>
        <p:spPr>
          <a:xfrm>
            <a:off x="12500640" y="1405800"/>
            <a:ext cx="5616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Primary</a:t>
            </a:r>
            <a:endParaRPr lang="en-US" sz="1000" b="0" strike="noStrike" spc="-1">
              <a:latin typeface="Arial"/>
            </a:endParaRPr>
          </a:p>
        </p:txBody>
      </p:sp>
      <p:sp>
        <p:nvSpPr>
          <p:cNvPr id="175" name="CustomShape 21"/>
          <p:cNvSpPr/>
          <p:nvPr/>
        </p:nvSpPr>
        <p:spPr>
          <a:xfrm>
            <a:off x="12502800" y="2285280"/>
            <a:ext cx="8298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Infographic</a:t>
            </a:r>
            <a:endParaRPr lang="en-US" sz="1000" b="0" strike="noStrike" spc="-1">
              <a:latin typeface="Arial"/>
            </a:endParaRPr>
          </a:p>
        </p:txBody>
      </p:sp>
      <p:sp>
        <p:nvSpPr>
          <p:cNvPr id="176" name="CustomShape 22"/>
          <p:cNvSpPr/>
          <p:nvPr/>
        </p:nvSpPr>
        <p:spPr>
          <a:xfrm>
            <a:off x="13691520" y="1405800"/>
            <a:ext cx="74304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Secondary</a:t>
            </a:r>
            <a:endParaRPr lang="en-US" sz="1000" b="0" strike="noStrike" spc="-1">
              <a:latin typeface="Arial"/>
            </a:endParaRPr>
          </a:p>
        </p:txBody>
      </p:sp>
      <p:sp>
        <p:nvSpPr>
          <p:cNvPr id="177" name="CustomShape 23"/>
          <p:cNvSpPr/>
          <p:nvPr/>
        </p:nvSpPr>
        <p:spPr>
          <a:xfrm>
            <a:off x="13686840" y="3711240"/>
            <a:ext cx="594360" cy="62064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167</a:t>
            </a:r>
            <a:endParaRPr lang="en-US" sz="600" b="0" strike="noStrike" spc="-1">
              <a:latin typeface="Arial"/>
            </a:endParaRPr>
          </a:p>
        </p:txBody>
      </p:sp>
      <p:pic>
        <p:nvPicPr>
          <p:cNvPr id="178" name="Picture 2"/>
          <p:cNvPicPr/>
          <p:nvPr/>
        </p:nvPicPr>
        <p:blipFill>
          <a:blip r:embed="rId15"/>
          <a:stretch/>
        </p:blipFill>
        <p:spPr>
          <a:xfrm>
            <a:off x="1440" y="0"/>
            <a:ext cx="12188160" cy="6857280"/>
          </a:xfrm>
          <a:prstGeom prst="rect">
            <a:avLst/>
          </a:prstGeom>
          <a:ln>
            <a:noFill/>
          </a:ln>
        </p:spPr>
      </p:pic>
      <p:pic>
        <p:nvPicPr>
          <p:cNvPr id="179" name="Graphic 8"/>
          <p:cNvPicPr/>
          <p:nvPr/>
        </p:nvPicPr>
        <p:blipFill>
          <a:blip r:embed="rId16"/>
          <a:srcRect t="45007" r="3903"/>
          <a:stretch/>
        </p:blipFill>
        <p:spPr>
          <a:xfrm rot="20633400">
            <a:off x="6623280" y="-853920"/>
            <a:ext cx="5711400" cy="3331080"/>
          </a:xfrm>
          <a:prstGeom prst="rect">
            <a:avLst/>
          </a:prstGeom>
          <a:ln>
            <a:noFill/>
          </a:ln>
        </p:spPr>
      </p:pic>
      <p:sp>
        <p:nvSpPr>
          <p:cNvPr id="180" name="CustomShape 24"/>
          <p:cNvSpPr/>
          <p:nvPr/>
        </p:nvSpPr>
        <p:spPr>
          <a:xfrm>
            <a:off x="11533320" y="6555600"/>
            <a:ext cx="743400" cy="21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r">
              <a:lnSpc>
                <a:spcPct val="100000"/>
              </a:lnSpc>
            </a:pPr>
            <a:fld id="{5685CD38-2EF1-4BEB-A7F9-E6E5CC9FFC7B}" type="slidenum">
              <a:rPr lang="en-US" sz="800" b="0" strike="noStrike" spc="-1">
                <a:solidFill>
                  <a:srgbClr val="808080"/>
                </a:solidFill>
                <a:latin typeface="Verdana"/>
                <a:ea typeface="DejaVu Sans"/>
              </a:rPr>
              <a:t>‹#›</a:t>
            </a:fld>
            <a:endParaRPr lang="en-US" sz="800" b="0" strike="noStrike" spc="-1">
              <a:latin typeface="Arial"/>
            </a:endParaRPr>
          </a:p>
        </p:txBody>
      </p:sp>
      <p:sp>
        <p:nvSpPr>
          <p:cNvPr id="181" name="Line 25"/>
          <p:cNvSpPr/>
          <p:nvPr/>
        </p:nvSpPr>
        <p:spPr>
          <a:xfrm flipV="1">
            <a:off x="3283560" y="6587640"/>
            <a:ext cx="0" cy="155520"/>
          </a:xfrm>
          <a:prstGeom prst="line">
            <a:avLst/>
          </a:prstGeom>
          <a:ln w="12600">
            <a:solidFill>
              <a:schemeClr val="accent2"/>
            </a:solidFill>
            <a:round/>
          </a:ln>
        </p:spPr>
        <p:style>
          <a:lnRef idx="1">
            <a:schemeClr val="accent1"/>
          </a:lnRef>
          <a:fillRef idx="0">
            <a:schemeClr val="accent1"/>
          </a:fillRef>
          <a:effectRef idx="0">
            <a:schemeClr val="accent1"/>
          </a:effectRef>
          <a:fontRef idx="minor"/>
        </p:style>
      </p:sp>
      <p:sp>
        <p:nvSpPr>
          <p:cNvPr id="182" name="CustomShape 26"/>
          <p:cNvSpPr/>
          <p:nvPr/>
        </p:nvSpPr>
        <p:spPr>
          <a:xfrm>
            <a:off x="407880" y="6555960"/>
            <a:ext cx="2828160" cy="218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85000"/>
              </a:lnSpc>
            </a:pPr>
            <a:r>
              <a:rPr lang="en-US" sz="800" b="0" strike="noStrike" spc="-1">
                <a:solidFill>
                  <a:srgbClr val="00458D"/>
                </a:solidFill>
                <a:latin typeface="Verdana"/>
                <a:ea typeface="DejaVu Sans"/>
              </a:rPr>
              <a:t>Presentation Title | Author | Date</a:t>
            </a:r>
            <a:endParaRPr lang="en-US" sz="800" b="0" strike="noStrike" spc="-1">
              <a:latin typeface="Arial"/>
            </a:endParaRPr>
          </a:p>
        </p:txBody>
      </p:sp>
      <p:sp>
        <p:nvSpPr>
          <p:cNvPr id="183" name="CustomShape 27"/>
          <p:cNvSpPr/>
          <p:nvPr/>
        </p:nvSpPr>
        <p:spPr>
          <a:xfrm>
            <a:off x="3411360" y="6555600"/>
            <a:ext cx="2223000" cy="21888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nchor="ctr">
            <a:noAutofit/>
          </a:bodyPr>
          <a:lstStyle/>
          <a:p>
            <a:pPr>
              <a:lnSpc>
                <a:spcPct val="100000"/>
              </a:lnSpc>
            </a:pPr>
            <a:r>
              <a:rPr lang="en-US" sz="800" b="0" strike="noStrike" spc="-1">
                <a:solidFill>
                  <a:srgbClr val="767676"/>
                </a:solidFill>
                <a:latin typeface="Verdana"/>
                <a:ea typeface="DejaVu Sans"/>
              </a:rPr>
              <a:t>© 2017 Capgemini. All rights reserved.</a:t>
            </a:r>
            <a:endParaRPr lang="en-US" sz="800" b="0" strike="noStrike" spc="-1">
              <a:latin typeface="Arial"/>
            </a:endParaRPr>
          </a:p>
        </p:txBody>
      </p:sp>
      <p:pic>
        <p:nvPicPr>
          <p:cNvPr id="184" name="Graphic 4"/>
          <p:cNvPicPr/>
          <p:nvPr/>
        </p:nvPicPr>
        <p:blipFill>
          <a:blip r:embed="rId14"/>
          <a:srcRect l="81836" t="-4712" b="16530"/>
          <a:stretch/>
        </p:blipFill>
        <p:spPr>
          <a:xfrm>
            <a:off x="11547720" y="188640"/>
            <a:ext cx="423720" cy="459000"/>
          </a:xfrm>
          <a:prstGeom prst="rect">
            <a:avLst/>
          </a:prstGeom>
          <a:ln>
            <a:noFill/>
          </a:ln>
        </p:spPr>
      </p:pic>
      <p:sp>
        <p:nvSpPr>
          <p:cNvPr id="185" name="PlaceHolder 28"/>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186" name="PlaceHolder 29"/>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3" name="Graphic 4"/>
          <p:cNvPicPr/>
          <p:nvPr/>
        </p:nvPicPr>
        <p:blipFill>
          <a:blip r:embed="rId14"/>
          <a:srcRect l="81836" t="-4712" b="16530"/>
          <a:stretch/>
        </p:blipFill>
        <p:spPr>
          <a:xfrm>
            <a:off x="11547720" y="188640"/>
            <a:ext cx="423720" cy="459000"/>
          </a:xfrm>
          <a:prstGeom prst="rect">
            <a:avLst/>
          </a:prstGeom>
          <a:ln>
            <a:noFill/>
          </a:ln>
        </p:spPr>
      </p:pic>
      <p:sp>
        <p:nvSpPr>
          <p:cNvPr id="224" name="CustomShape 1"/>
          <p:cNvSpPr/>
          <p:nvPr/>
        </p:nvSpPr>
        <p:spPr>
          <a:xfrm>
            <a:off x="12496680" y="1590480"/>
            <a:ext cx="594360" cy="62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Capgemini 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112</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173</a:t>
            </a:r>
            <a:endParaRPr lang="en-US" sz="600" b="0" strike="noStrike" spc="-1">
              <a:latin typeface="Arial"/>
            </a:endParaRPr>
          </a:p>
        </p:txBody>
      </p:sp>
      <p:sp>
        <p:nvSpPr>
          <p:cNvPr id="225" name="CustomShape 2"/>
          <p:cNvSpPr/>
          <p:nvPr/>
        </p:nvSpPr>
        <p:spPr>
          <a:xfrm>
            <a:off x="13091760" y="1590480"/>
            <a:ext cx="594360" cy="620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219</a:t>
            </a:r>
            <a:endParaRPr lang="en-US" sz="600" b="0" strike="noStrike" spc="-1">
              <a:latin typeface="Arial"/>
            </a:endParaRPr>
          </a:p>
        </p:txBody>
      </p:sp>
      <p:sp>
        <p:nvSpPr>
          <p:cNvPr id="226" name="CustomShape 3"/>
          <p:cNvSpPr/>
          <p:nvPr/>
        </p:nvSpPr>
        <p:spPr>
          <a:xfrm>
            <a:off x="13686840" y="1590480"/>
            <a:ext cx="594360" cy="620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Deep</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43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61</a:t>
            </a:r>
            <a:endParaRPr lang="en-US" sz="600" b="0" strike="noStrike" spc="-1">
              <a:latin typeface="Arial"/>
            </a:endParaRPr>
          </a:p>
        </p:txBody>
      </p:sp>
      <p:sp>
        <p:nvSpPr>
          <p:cNvPr id="227" name="CustomShape 4"/>
          <p:cNvSpPr/>
          <p:nvPr/>
        </p:nvSpPr>
        <p:spPr>
          <a:xfrm>
            <a:off x="14281920" y="1590480"/>
            <a:ext cx="594360" cy="620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Tech</a:t>
            </a:r>
            <a:r>
              <a:t/>
            </a:r>
            <a:br/>
            <a:r>
              <a:rPr lang="en-US" sz="600" b="1" strike="noStrike" spc="-1">
                <a:solidFill>
                  <a:srgbClr val="FFFFFF"/>
                </a:solidFill>
                <a:latin typeface="Verdana"/>
                <a:ea typeface="DejaVu Sans"/>
              </a:rPr>
              <a:t>Red</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76</a:t>
            </a:r>
            <a:endParaRPr lang="en-US" sz="600" b="0" strike="noStrike" spc="-1">
              <a:latin typeface="Arial"/>
            </a:endParaRPr>
          </a:p>
        </p:txBody>
      </p:sp>
      <p:sp>
        <p:nvSpPr>
          <p:cNvPr id="228" name="CustomShape 5"/>
          <p:cNvSpPr/>
          <p:nvPr/>
        </p:nvSpPr>
        <p:spPr>
          <a:xfrm>
            <a:off x="14877000" y="1590480"/>
            <a:ext cx="594360" cy="620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Zest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149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230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229" name="CustomShape 6"/>
          <p:cNvSpPr/>
          <p:nvPr/>
        </p:nvSpPr>
        <p:spPr>
          <a:xfrm>
            <a:off x="12496680" y="2468520"/>
            <a:ext cx="594360" cy="62064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Capgemini 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184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214</a:t>
            </a:r>
            <a:endParaRPr lang="en-US" sz="600" b="0" strike="noStrike" spc="-1">
              <a:latin typeface="Arial"/>
            </a:endParaRPr>
          </a:p>
        </p:txBody>
      </p:sp>
      <p:sp>
        <p:nvSpPr>
          <p:cNvPr id="230" name="CustomShape 7"/>
          <p:cNvSpPr/>
          <p:nvPr/>
        </p:nvSpPr>
        <p:spPr>
          <a:xfrm>
            <a:off x="13091760" y="2468520"/>
            <a:ext cx="594360" cy="62064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213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237</a:t>
            </a:r>
            <a:endParaRPr lang="en-US" sz="600" b="0" strike="noStrike" spc="-1">
              <a:latin typeface="Arial"/>
            </a:endParaRPr>
          </a:p>
        </p:txBody>
      </p:sp>
      <p:sp>
        <p:nvSpPr>
          <p:cNvPr id="231" name="CustomShape 8"/>
          <p:cNvSpPr/>
          <p:nvPr/>
        </p:nvSpPr>
        <p:spPr>
          <a:xfrm>
            <a:off x="13686840" y="2468520"/>
            <a:ext cx="594360" cy="62064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204</a:t>
            </a:r>
            <a:endParaRPr lang="en-US" sz="600" b="0" strike="noStrike" spc="-1">
              <a:latin typeface="Arial"/>
            </a:endParaRPr>
          </a:p>
        </p:txBody>
      </p:sp>
      <p:sp>
        <p:nvSpPr>
          <p:cNvPr id="232" name="CustomShape 9"/>
          <p:cNvSpPr/>
          <p:nvPr/>
        </p:nvSpPr>
        <p:spPr>
          <a:xfrm>
            <a:off x="14281920" y="2468520"/>
            <a:ext cx="594360" cy="62064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Orange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39</a:t>
            </a:r>
            <a:endParaRPr lang="en-US" sz="600" b="0" strike="noStrike" spc="-1">
              <a:latin typeface="Arial"/>
            </a:endParaRPr>
          </a:p>
        </p:txBody>
      </p:sp>
      <p:sp>
        <p:nvSpPr>
          <p:cNvPr id="233" name="CustomShape 10"/>
          <p:cNvSpPr/>
          <p:nvPr/>
        </p:nvSpPr>
        <p:spPr>
          <a:xfrm>
            <a:off x="14877000" y="2468520"/>
            <a:ext cx="594360" cy="62064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234" name="CustomShape 11"/>
          <p:cNvSpPr/>
          <p:nvPr/>
        </p:nvSpPr>
        <p:spPr>
          <a:xfrm>
            <a:off x="13686840" y="3089880"/>
            <a:ext cx="594360" cy="62064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57</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186</a:t>
            </a:r>
            <a:endParaRPr lang="en-US" sz="600" b="0" strike="noStrike" spc="-1">
              <a:latin typeface="Arial"/>
            </a:endParaRPr>
          </a:p>
        </p:txBody>
      </p:sp>
      <p:sp>
        <p:nvSpPr>
          <p:cNvPr id="235" name="CustomShape 12"/>
          <p:cNvSpPr/>
          <p:nvPr/>
        </p:nvSpPr>
        <p:spPr>
          <a:xfrm>
            <a:off x="14877000" y="3089880"/>
            <a:ext cx="594360" cy="62064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195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123</a:t>
            </a:r>
            <a:endParaRPr lang="en-US" sz="600" b="0" strike="noStrike" spc="-1">
              <a:latin typeface="Arial"/>
            </a:endParaRPr>
          </a:p>
        </p:txBody>
      </p:sp>
      <p:sp>
        <p:nvSpPr>
          <p:cNvPr id="236" name="CustomShape 13"/>
          <p:cNvSpPr/>
          <p:nvPr/>
        </p:nvSpPr>
        <p:spPr>
          <a:xfrm>
            <a:off x="14877000" y="4948920"/>
            <a:ext cx="594360" cy="62064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107</a:t>
            </a:r>
            <a:endParaRPr lang="en-US" sz="600" b="0" strike="noStrike" spc="-1">
              <a:latin typeface="Arial"/>
            </a:endParaRPr>
          </a:p>
        </p:txBody>
      </p:sp>
      <p:sp>
        <p:nvSpPr>
          <p:cNvPr id="237" name="CustomShape 14"/>
          <p:cNvSpPr/>
          <p:nvPr/>
        </p:nvSpPr>
        <p:spPr>
          <a:xfrm>
            <a:off x="14877000" y="4330080"/>
            <a:ext cx="594360" cy="62064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153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156</a:t>
            </a:r>
            <a:endParaRPr lang="en-US" sz="600" b="0" strike="noStrike" spc="-1">
              <a:latin typeface="Arial"/>
            </a:endParaRPr>
          </a:p>
        </p:txBody>
      </p:sp>
      <p:sp>
        <p:nvSpPr>
          <p:cNvPr id="238" name="CustomShape 15"/>
          <p:cNvSpPr/>
          <p:nvPr/>
        </p:nvSpPr>
        <p:spPr>
          <a:xfrm>
            <a:off x="14877000" y="3711240"/>
            <a:ext cx="594360" cy="62064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208</a:t>
            </a:r>
            <a:endParaRPr lang="en-US" sz="600" b="0" strike="noStrike" spc="-1">
              <a:latin typeface="Arial"/>
            </a:endParaRPr>
          </a:p>
        </p:txBody>
      </p:sp>
      <p:sp>
        <p:nvSpPr>
          <p:cNvPr id="239" name="CustomShape 16"/>
          <p:cNvSpPr/>
          <p:nvPr/>
        </p:nvSpPr>
        <p:spPr>
          <a:xfrm>
            <a:off x="14281920" y="3089880"/>
            <a:ext cx="594360" cy="620640"/>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Peach</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131</a:t>
            </a:r>
            <a:endParaRPr lang="en-US" sz="600" b="0" strike="noStrike" spc="-1">
              <a:latin typeface="Arial"/>
            </a:endParaRPr>
          </a:p>
        </p:txBody>
      </p:sp>
      <p:sp>
        <p:nvSpPr>
          <p:cNvPr id="240" name="CustomShape 17"/>
          <p:cNvSpPr/>
          <p:nvPr/>
        </p:nvSpPr>
        <p:spPr>
          <a:xfrm>
            <a:off x="14281920" y="3711240"/>
            <a:ext cx="594360" cy="62064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Light</a:t>
            </a:r>
            <a:r>
              <a:t/>
            </a:r>
            <a:b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128</a:t>
            </a:r>
            <a:endParaRPr lang="en-US" sz="600" b="0" strike="noStrike" spc="-1">
              <a:latin typeface="Arial"/>
            </a:endParaRPr>
          </a:p>
        </p:txBody>
      </p:sp>
      <p:sp>
        <p:nvSpPr>
          <p:cNvPr id="241" name="CustomShape 18"/>
          <p:cNvSpPr/>
          <p:nvPr/>
        </p:nvSpPr>
        <p:spPr>
          <a:xfrm>
            <a:off x="14281920" y="4330080"/>
            <a:ext cx="594360" cy="62064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100</a:t>
            </a:r>
            <a:endParaRPr lang="en-US" sz="600" b="0" strike="noStrike" spc="-1">
              <a:latin typeface="Arial"/>
            </a:endParaRPr>
          </a:p>
        </p:txBody>
      </p:sp>
      <p:sp>
        <p:nvSpPr>
          <p:cNvPr id="242" name="CustomShape 19"/>
          <p:cNvSpPr/>
          <p:nvPr/>
        </p:nvSpPr>
        <p:spPr>
          <a:xfrm>
            <a:off x="12500640" y="1405800"/>
            <a:ext cx="5616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Primary</a:t>
            </a:r>
            <a:endParaRPr lang="en-US" sz="1000" b="0" strike="noStrike" spc="-1">
              <a:latin typeface="Arial"/>
            </a:endParaRPr>
          </a:p>
        </p:txBody>
      </p:sp>
      <p:sp>
        <p:nvSpPr>
          <p:cNvPr id="243" name="CustomShape 20"/>
          <p:cNvSpPr/>
          <p:nvPr/>
        </p:nvSpPr>
        <p:spPr>
          <a:xfrm>
            <a:off x="12502800" y="2285280"/>
            <a:ext cx="8298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Infographic</a:t>
            </a:r>
            <a:endParaRPr lang="en-US" sz="1000" b="0" strike="noStrike" spc="-1">
              <a:latin typeface="Arial"/>
            </a:endParaRPr>
          </a:p>
        </p:txBody>
      </p:sp>
      <p:sp>
        <p:nvSpPr>
          <p:cNvPr id="244" name="CustomShape 21"/>
          <p:cNvSpPr/>
          <p:nvPr/>
        </p:nvSpPr>
        <p:spPr>
          <a:xfrm>
            <a:off x="13691520" y="1405800"/>
            <a:ext cx="74304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Secondary</a:t>
            </a:r>
            <a:endParaRPr lang="en-US" sz="1000" b="0" strike="noStrike" spc="-1">
              <a:latin typeface="Arial"/>
            </a:endParaRPr>
          </a:p>
        </p:txBody>
      </p:sp>
      <p:sp>
        <p:nvSpPr>
          <p:cNvPr id="245" name="CustomShape 22"/>
          <p:cNvSpPr/>
          <p:nvPr/>
        </p:nvSpPr>
        <p:spPr>
          <a:xfrm>
            <a:off x="13686840" y="3711240"/>
            <a:ext cx="594360" cy="62064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167</a:t>
            </a:r>
            <a:endParaRPr lang="en-US" sz="600" b="0" strike="noStrike" spc="-1">
              <a:latin typeface="Arial"/>
            </a:endParaRPr>
          </a:p>
        </p:txBody>
      </p:sp>
      <p:sp>
        <p:nvSpPr>
          <p:cNvPr id="246" name="CustomShape 23"/>
          <p:cNvSpPr/>
          <p:nvPr/>
        </p:nvSpPr>
        <p:spPr>
          <a:xfrm>
            <a:off x="11533320" y="6555600"/>
            <a:ext cx="743400" cy="21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r">
              <a:lnSpc>
                <a:spcPct val="100000"/>
              </a:lnSpc>
            </a:pPr>
            <a:fld id="{EFFE8C4D-9EFC-487F-83B2-AD36070AFA86}" type="slidenum">
              <a:rPr lang="en-US" sz="800" b="0" strike="noStrike" spc="-1">
                <a:solidFill>
                  <a:srgbClr val="808080"/>
                </a:solidFill>
                <a:latin typeface="Verdana"/>
                <a:ea typeface="DejaVu Sans"/>
              </a:rPr>
              <a:t>‹#›</a:t>
            </a:fld>
            <a:endParaRPr lang="en-US" sz="800" b="0" strike="noStrike" spc="-1">
              <a:latin typeface="Arial"/>
            </a:endParaRPr>
          </a:p>
        </p:txBody>
      </p:sp>
      <p:sp>
        <p:nvSpPr>
          <p:cNvPr id="247" name="Line 24"/>
          <p:cNvSpPr/>
          <p:nvPr/>
        </p:nvSpPr>
        <p:spPr>
          <a:xfrm flipV="1">
            <a:off x="3283560" y="6587640"/>
            <a:ext cx="0" cy="155520"/>
          </a:xfrm>
          <a:prstGeom prst="line">
            <a:avLst/>
          </a:prstGeom>
          <a:ln w="12600">
            <a:solidFill>
              <a:schemeClr val="accent2"/>
            </a:solidFill>
            <a:round/>
          </a:ln>
        </p:spPr>
        <p:style>
          <a:lnRef idx="1">
            <a:schemeClr val="accent1"/>
          </a:lnRef>
          <a:fillRef idx="0">
            <a:schemeClr val="accent1"/>
          </a:fillRef>
          <a:effectRef idx="0">
            <a:schemeClr val="accent1"/>
          </a:effectRef>
          <a:fontRef idx="minor"/>
        </p:style>
      </p:sp>
      <p:sp>
        <p:nvSpPr>
          <p:cNvPr id="248" name="CustomShape 25"/>
          <p:cNvSpPr/>
          <p:nvPr/>
        </p:nvSpPr>
        <p:spPr>
          <a:xfrm>
            <a:off x="407880" y="6555960"/>
            <a:ext cx="2828160" cy="218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85000"/>
              </a:lnSpc>
            </a:pPr>
            <a:r>
              <a:rPr lang="en-US" sz="800" b="0" strike="noStrike" spc="-1">
                <a:solidFill>
                  <a:srgbClr val="00458D"/>
                </a:solidFill>
                <a:latin typeface="Verdana"/>
                <a:ea typeface="DejaVu Sans"/>
              </a:rPr>
              <a:t>Presentation Title | Author | Date</a:t>
            </a:r>
            <a:endParaRPr lang="en-US" sz="800" b="0" strike="noStrike" spc="-1">
              <a:latin typeface="Arial"/>
            </a:endParaRPr>
          </a:p>
        </p:txBody>
      </p:sp>
      <p:sp>
        <p:nvSpPr>
          <p:cNvPr id="249" name="CustomShape 26"/>
          <p:cNvSpPr/>
          <p:nvPr/>
        </p:nvSpPr>
        <p:spPr>
          <a:xfrm>
            <a:off x="3411360" y="6555600"/>
            <a:ext cx="2223000" cy="21888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nchor="ctr">
            <a:noAutofit/>
          </a:bodyPr>
          <a:lstStyle/>
          <a:p>
            <a:pPr>
              <a:lnSpc>
                <a:spcPct val="100000"/>
              </a:lnSpc>
            </a:pPr>
            <a:r>
              <a:rPr lang="en-US" sz="800" b="0" strike="noStrike" spc="-1">
                <a:solidFill>
                  <a:srgbClr val="767676"/>
                </a:solidFill>
                <a:latin typeface="Verdana"/>
                <a:ea typeface="DejaVu Sans"/>
              </a:rPr>
              <a:t>© 2017 Capgemini. All rights reserved.</a:t>
            </a:r>
            <a:endParaRPr lang="en-US" sz="800" b="0" strike="noStrike" spc="-1">
              <a:latin typeface="Arial"/>
            </a:endParaRPr>
          </a:p>
        </p:txBody>
      </p:sp>
      <p:sp>
        <p:nvSpPr>
          <p:cNvPr id="250" name="PlaceHolder 27"/>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251" name="PlaceHolder 28"/>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8" name="Graphic 4"/>
          <p:cNvPicPr/>
          <p:nvPr/>
        </p:nvPicPr>
        <p:blipFill>
          <a:blip r:embed="rId14"/>
          <a:srcRect l="81836" t="-4712" b="16530"/>
          <a:stretch/>
        </p:blipFill>
        <p:spPr>
          <a:xfrm>
            <a:off x="11547720" y="188640"/>
            <a:ext cx="423720" cy="459000"/>
          </a:xfrm>
          <a:prstGeom prst="rect">
            <a:avLst/>
          </a:prstGeom>
          <a:ln>
            <a:noFill/>
          </a:ln>
        </p:spPr>
      </p:pic>
      <p:sp>
        <p:nvSpPr>
          <p:cNvPr id="289" name="CustomShape 1"/>
          <p:cNvSpPr/>
          <p:nvPr/>
        </p:nvSpPr>
        <p:spPr>
          <a:xfrm>
            <a:off x="12496680" y="1590480"/>
            <a:ext cx="594360" cy="62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Capgemini 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112</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173</a:t>
            </a:r>
            <a:endParaRPr lang="en-US" sz="600" b="0" strike="noStrike" spc="-1">
              <a:latin typeface="Arial"/>
            </a:endParaRPr>
          </a:p>
        </p:txBody>
      </p:sp>
      <p:sp>
        <p:nvSpPr>
          <p:cNvPr id="290" name="CustomShape 2"/>
          <p:cNvSpPr/>
          <p:nvPr/>
        </p:nvSpPr>
        <p:spPr>
          <a:xfrm>
            <a:off x="13091760" y="1590480"/>
            <a:ext cx="594360" cy="620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219</a:t>
            </a:r>
            <a:endParaRPr lang="en-US" sz="600" b="0" strike="noStrike" spc="-1">
              <a:latin typeface="Arial"/>
            </a:endParaRPr>
          </a:p>
        </p:txBody>
      </p:sp>
      <p:sp>
        <p:nvSpPr>
          <p:cNvPr id="291" name="CustomShape 3"/>
          <p:cNvSpPr/>
          <p:nvPr/>
        </p:nvSpPr>
        <p:spPr>
          <a:xfrm>
            <a:off x="13686840" y="1590480"/>
            <a:ext cx="594360" cy="620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Deep</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43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61</a:t>
            </a:r>
            <a:endParaRPr lang="en-US" sz="600" b="0" strike="noStrike" spc="-1">
              <a:latin typeface="Arial"/>
            </a:endParaRPr>
          </a:p>
        </p:txBody>
      </p:sp>
      <p:sp>
        <p:nvSpPr>
          <p:cNvPr id="292" name="CustomShape 4"/>
          <p:cNvSpPr/>
          <p:nvPr/>
        </p:nvSpPr>
        <p:spPr>
          <a:xfrm>
            <a:off x="14281920" y="1590480"/>
            <a:ext cx="594360" cy="620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Tech</a:t>
            </a:r>
            <a:r>
              <a:t/>
            </a:r>
            <a:br/>
            <a:r>
              <a:rPr lang="en-US" sz="600" b="1" strike="noStrike" spc="-1">
                <a:solidFill>
                  <a:srgbClr val="FFFFFF"/>
                </a:solidFill>
                <a:latin typeface="Verdana"/>
                <a:ea typeface="DejaVu Sans"/>
              </a:rPr>
              <a:t>Red</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76</a:t>
            </a:r>
            <a:endParaRPr lang="en-US" sz="600" b="0" strike="noStrike" spc="-1">
              <a:latin typeface="Arial"/>
            </a:endParaRPr>
          </a:p>
        </p:txBody>
      </p:sp>
      <p:sp>
        <p:nvSpPr>
          <p:cNvPr id="293" name="CustomShape 5"/>
          <p:cNvSpPr/>
          <p:nvPr/>
        </p:nvSpPr>
        <p:spPr>
          <a:xfrm>
            <a:off x="14877000" y="1590480"/>
            <a:ext cx="594360" cy="620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Zest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149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230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294" name="CustomShape 6"/>
          <p:cNvSpPr/>
          <p:nvPr/>
        </p:nvSpPr>
        <p:spPr>
          <a:xfrm>
            <a:off x="12496680" y="2468520"/>
            <a:ext cx="594360" cy="62064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Capgemini 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184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214</a:t>
            </a:r>
            <a:endParaRPr lang="en-US" sz="600" b="0" strike="noStrike" spc="-1">
              <a:latin typeface="Arial"/>
            </a:endParaRPr>
          </a:p>
        </p:txBody>
      </p:sp>
      <p:sp>
        <p:nvSpPr>
          <p:cNvPr id="295" name="CustomShape 7"/>
          <p:cNvSpPr/>
          <p:nvPr/>
        </p:nvSpPr>
        <p:spPr>
          <a:xfrm>
            <a:off x="13091760" y="2468520"/>
            <a:ext cx="594360" cy="62064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213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237</a:t>
            </a:r>
            <a:endParaRPr lang="en-US" sz="600" b="0" strike="noStrike" spc="-1">
              <a:latin typeface="Arial"/>
            </a:endParaRPr>
          </a:p>
        </p:txBody>
      </p:sp>
      <p:sp>
        <p:nvSpPr>
          <p:cNvPr id="296" name="CustomShape 8"/>
          <p:cNvSpPr/>
          <p:nvPr/>
        </p:nvSpPr>
        <p:spPr>
          <a:xfrm>
            <a:off x="13686840" y="2468520"/>
            <a:ext cx="594360" cy="62064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204</a:t>
            </a:r>
            <a:endParaRPr lang="en-US" sz="600" b="0" strike="noStrike" spc="-1">
              <a:latin typeface="Arial"/>
            </a:endParaRPr>
          </a:p>
        </p:txBody>
      </p:sp>
      <p:sp>
        <p:nvSpPr>
          <p:cNvPr id="297" name="CustomShape 9"/>
          <p:cNvSpPr/>
          <p:nvPr/>
        </p:nvSpPr>
        <p:spPr>
          <a:xfrm>
            <a:off x="14281920" y="2468520"/>
            <a:ext cx="594360" cy="62064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Orange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39</a:t>
            </a:r>
            <a:endParaRPr lang="en-US" sz="600" b="0" strike="noStrike" spc="-1">
              <a:latin typeface="Arial"/>
            </a:endParaRPr>
          </a:p>
        </p:txBody>
      </p:sp>
      <p:sp>
        <p:nvSpPr>
          <p:cNvPr id="298" name="CustomShape 10"/>
          <p:cNvSpPr/>
          <p:nvPr/>
        </p:nvSpPr>
        <p:spPr>
          <a:xfrm>
            <a:off x="14877000" y="2468520"/>
            <a:ext cx="594360" cy="62064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299" name="CustomShape 11"/>
          <p:cNvSpPr/>
          <p:nvPr/>
        </p:nvSpPr>
        <p:spPr>
          <a:xfrm>
            <a:off x="13686840" y="3089880"/>
            <a:ext cx="594360" cy="62064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57</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186</a:t>
            </a:r>
            <a:endParaRPr lang="en-US" sz="600" b="0" strike="noStrike" spc="-1">
              <a:latin typeface="Arial"/>
            </a:endParaRPr>
          </a:p>
        </p:txBody>
      </p:sp>
      <p:sp>
        <p:nvSpPr>
          <p:cNvPr id="300" name="CustomShape 12"/>
          <p:cNvSpPr/>
          <p:nvPr/>
        </p:nvSpPr>
        <p:spPr>
          <a:xfrm>
            <a:off x="14877000" y="3089880"/>
            <a:ext cx="594360" cy="62064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195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123</a:t>
            </a:r>
            <a:endParaRPr lang="en-US" sz="600" b="0" strike="noStrike" spc="-1">
              <a:latin typeface="Arial"/>
            </a:endParaRPr>
          </a:p>
        </p:txBody>
      </p:sp>
      <p:sp>
        <p:nvSpPr>
          <p:cNvPr id="301" name="CustomShape 13"/>
          <p:cNvSpPr/>
          <p:nvPr/>
        </p:nvSpPr>
        <p:spPr>
          <a:xfrm>
            <a:off x="14877000" y="4948920"/>
            <a:ext cx="594360" cy="62064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107</a:t>
            </a:r>
            <a:endParaRPr lang="en-US" sz="600" b="0" strike="noStrike" spc="-1">
              <a:latin typeface="Arial"/>
            </a:endParaRPr>
          </a:p>
        </p:txBody>
      </p:sp>
      <p:sp>
        <p:nvSpPr>
          <p:cNvPr id="302" name="CustomShape 14"/>
          <p:cNvSpPr/>
          <p:nvPr/>
        </p:nvSpPr>
        <p:spPr>
          <a:xfrm>
            <a:off x="14877000" y="4330080"/>
            <a:ext cx="594360" cy="62064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153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156</a:t>
            </a:r>
            <a:endParaRPr lang="en-US" sz="600" b="0" strike="noStrike" spc="-1">
              <a:latin typeface="Arial"/>
            </a:endParaRPr>
          </a:p>
        </p:txBody>
      </p:sp>
      <p:sp>
        <p:nvSpPr>
          <p:cNvPr id="303" name="CustomShape 15"/>
          <p:cNvSpPr/>
          <p:nvPr/>
        </p:nvSpPr>
        <p:spPr>
          <a:xfrm>
            <a:off x="14877000" y="3711240"/>
            <a:ext cx="594360" cy="62064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208</a:t>
            </a:r>
            <a:endParaRPr lang="en-US" sz="600" b="0" strike="noStrike" spc="-1">
              <a:latin typeface="Arial"/>
            </a:endParaRPr>
          </a:p>
        </p:txBody>
      </p:sp>
      <p:sp>
        <p:nvSpPr>
          <p:cNvPr id="304" name="CustomShape 16"/>
          <p:cNvSpPr/>
          <p:nvPr/>
        </p:nvSpPr>
        <p:spPr>
          <a:xfrm>
            <a:off x="14281920" y="3089880"/>
            <a:ext cx="594360" cy="620640"/>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Peach</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131</a:t>
            </a:r>
            <a:endParaRPr lang="en-US" sz="600" b="0" strike="noStrike" spc="-1">
              <a:latin typeface="Arial"/>
            </a:endParaRPr>
          </a:p>
        </p:txBody>
      </p:sp>
      <p:sp>
        <p:nvSpPr>
          <p:cNvPr id="305" name="CustomShape 17"/>
          <p:cNvSpPr/>
          <p:nvPr/>
        </p:nvSpPr>
        <p:spPr>
          <a:xfrm>
            <a:off x="14281920" y="3711240"/>
            <a:ext cx="594360" cy="62064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Light</a:t>
            </a:r>
            <a:r>
              <a:t/>
            </a:r>
            <a:b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128</a:t>
            </a:r>
            <a:endParaRPr lang="en-US" sz="600" b="0" strike="noStrike" spc="-1">
              <a:latin typeface="Arial"/>
            </a:endParaRPr>
          </a:p>
        </p:txBody>
      </p:sp>
      <p:sp>
        <p:nvSpPr>
          <p:cNvPr id="306" name="CustomShape 18"/>
          <p:cNvSpPr/>
          <p:nvPr/>
        </p:nvSpPr>
        <p:spPr>
          <a:xfrm>
            <a:off x="14281920" y="4330080"/>
            <a:ext cx="594360" cy="62064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100</a:t>
            </a:r>
            <a:endParaRPr lang="en-US" sz="600" b="0" strike="noStrike" spc="-1">
              <a:latin typeface="Arial"/>
            </a:endParaRPr>
          </a:p>
        </p:txBody>
      </p:sp>
      <p:sp>
        <p:nvSpPr>
          <p:cNvPr id="307" name="CustomShape 19"/>
          <p:cNvSpPr/>
          <p:nvPr/>
        </p:nvSpPr>
        <p:spPr>
          <a:xfrm>
            <a:off x="12500640" y="1405800"/>
            <a:ext cx="5616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Primary</a:t>
            </a:r>
            <a:endParaRPr lang="en-US" sz="1000" b="0" strike="noStrike" spc="-1">
              <a:latin typeface="Arial"/>
            </a:endParaRPr>
          </a:p>
        </p:txBody>
      </p:sp>
      <p:sp>
        <p:nvSpPr>
          <p:cNvPr id="308" name="CustomShape 20"/>
          <p:cNvSpPr/>
          <p:nvPr/>
        </p:nvSpPr>
        <p:spPr>
          <a:xfrm>
            <a:off x="12502800" y="2285280"/>
            <a:ext cx="8298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Infographic</a:t>
            </a:r>
            <a:endParaRPr lang="en-US" sz="1000" b="0" strike="noStrike" spc="-1">
              <a:latin typeface="Arial"/>
            </a:endParaRPr>
          </a:p>
        </p:txBody>
      </p:sp>
      <p:sp>
        <p:nvSpPr>
          <p:cNvPr id="309" name="CustomShape 21"/>
          <p:cNvSpPr/>
          <p:nvPr/>
        </p:nvSpPr>
        <p:spPr>
          <a:xfrm>
            <a:off x="13691520" y="1405800"/>
            <a:ext cx="74304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Secondary</a:t>
            </a:r>
            <a:endParaRPr lang="en-US" sz="1000" b="0" strike="noStrike" spc="-1">
              <a:latin typeface="Arial"/>
            </a:endParaRPr>
          </a:p>
        </p:txBody>
      </p:sp>
      <p:sp>
        <p:nvSpPr>
          <p:cNvPr id="310" name="CustomShape 22"/>
          <p:cNvSpPr/>
          <p:nvPr/>
        </p:nvSpPr>
        <p:spPr>
          <a:xfrm>
            <a:off x="13686840" y="3711240"/>
            <a:ext cx="594360" cy="62064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167</a:t>
            </a:r>
            <a:endParaRPr lang="en-US" sz="600" b="0" strike="noStrike" spc="-1">
              <a:latin typeface="Arial"/>
            </a:endParaRPr>
          </a:p>
        </p:txBody>
      </p:sp>
      <p:sp>
        <p:nvSpPr>
          <p:cNvPr id="311" name="CustomShape 23"/>
          <p:cNvSpPr/>
          <p:nvPr/>
        </p:nvSpPr>
        <p:spPr>
          <a:xfrm>
            <a:off x="11533320" y="6555600"/>
            <a:ext cx="743400" cy="21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r">
              <a:lnSpc>
                <a:spcPct val="100000"/>
              </a:lnSpc>
            </a:pPr>
            <a:fld id="{E9ACDF14-4E95-49EE-8CB3-8038ED7EC83C}" type="slidenum">
              <a:rPr lang="en-US" sz="800" b="0" strike="noStrike" spc="-1">
                <a:solidFill>
                  <a:srgbClr val="808080"/>
                </a:solidFill>
                <a:latin typeface="Verdana"/>
                <a:ea typeface="DejaVu Sans"/>
              </a:rPr>
              <a:t>‹#›</a:t>
            </a:fld>
            <a:endParaRPr lang="en-US" sz="800" b="0" strike="noStrike" spc="-1">
              <a:latin typeface="Arial"/>
            </a:endParaRPr>
          </a:p>
        </p:txBody>
      </p:sp>
      <p:sp>
        <p:nvSpPr>
          <p:cNvPr id="312" name="PlaceHolder 24"/>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313" name="PlaceHolder 2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50" name="Graphic 4"/>
          <p:cNvPicPr/>
          <p:nvPr/>
        </p:nvPicPr>
        <p:blipFill>
          <a:blip r:embed="rId14"/>
          <a:srcRect l="81836" t="-4712" b="16530"/>
          <a:stretch/>
        </p:blipFill>
        <p:spPr>
          <a:xfrm>
            <a:off x="11547720" y="188640"/>
            <a:ext cx="423720" cy="459000"/>
          </a:xfrm>
          <a:prstGeom prst="rect">
            <a:avLst/>
          </a:prstGeom>
          <a:ln>
            <a:noFill/>
          </a:ln>
        </p:spPr>
      </p:pic>
      <p:sp>
        <p:nvSpPr>
          <p:cNvPr id="351" name="CustomShape 1"/>
          <p:cNvSpPr/>
          <p:nvPr/>
        </p:nvSpPr>
        <p:spPr>
          <a:xfrm>
            <a:off x="12496680" y="1590480"/>
            <a:ext cx="594360" cy="62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Capgemini 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112</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173</a:t>
            </a:r>
            <a:endParaRPr lang="en-US" sz="600" b="0" strike="noStrike" spc="-1">
              <a:latin typeface="Arial"/>
            </a:endParaRPr>
          </a:p>
        </p:txBody>
      </p:sp>
      <p:sp>
        <p:nvSpPr>
          <p:cNvPr id="352" name="CustomShape 2"/>
          <p:cNvSpPr/>
          <p:nvPr/>
        </p:nvSpPr>
        <p:spPr>
          <a:xfrm>
            <a:off x="13091760" y="1590480"/>
            <a:ext cx="594360" cy="620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219</a:t>
            </a:r>
            <a:endParaRPr lang="en-US" sz="600" b="0" strike="noStrike" spc="-1">
              <a:latin typeface="Arial"/>
            </a:endParaRPr>
          </a:p>
        </p:txBody>
      </p:sp>
      <p:sp>
        <p:nvSpPr>
          <p:cNvPr id="353" name="CustomShape 3"/>
          <p:cNvSpPr/>
          <p:nvPr/>
        </p:nvSpPr>
        <p:spPr>
          <a:xfrm>
            <a:off x="13686840" y="1590480"/>
            <a:ext cx="594360" cy="620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Deep</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43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61</a:t>
            </a:r>
            <a:endParaRPr lang="en-US" sz="600" b="0" strike="noStrike" spc="-1">
              <a:latin typeface="Arial"/>
            </a:endParaRPr>
          </a:p>
        </p:txBody>
      </p:sp>
      <p:sp>
        <p:nvSpPr>
          <p:cNvPr id="354" name="CustomShape 4"/>
          <p:cNvSpPr/>
          <p:nvPr/>
        </p:nvSpPr>
        <p:spPr>
          <a:xfrm>
            <a:off x="14281920" y="1590480"/>
            <a:ext cx="594360" cy="620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Tech</a:t>
            </a:r>
            <a:r>
              <a:t/>
            </a:r>
            <a:br/>
            <a:r>
              <a:rPr lang="en-US" sz="600" b="1" strike="noStrike" spc="-1">
                <a:solidFill>
                  <a:srgbClr val="FFFFFF"/>
                </a:solidFill>
                <a:latin typeface="Verdana"/>
                <a:ea typeface="DejaVu Sans"/>
              </a:rPr>
              <a:t>Red</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76</a:t>
            </a:r>
            <a:endParaRPr lang="en-US" sz="600" b="0" strike="noStrike" spc="-1">
              <a:latin typeface="Arial"/>
            </a:endParaRPr>
          </a:p>
        </p:txBody>
      </p:sp>
      <p:sp>
        <p:nvSpPr>
          <p:cNvPr id="355" name="CustomShape 5"/>
          <p:cNvSpPr/>
          <p:nvPr/>
        </p:nvSpPr>
        <p:spPr>
          <a:xfrm>
            <a:off x="14877000" y="1590480"/>
            <a:ext cx="594360" cy="620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Zest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149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230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356" name="CustomShape 6"/>
          <p:cNvSpPr/>
          <p:nvPr/>
        </p:nvSpPr>
        <p:spPr>
          <a:xfrm>
            <a:off x="12496680" y="2468520"/>
            <a:ext cx="594360" cy="62064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Capgemini 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184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214</a:t>
            </a:r>
            <a:endParaRPr lang="en-US" sz="600" b="0" strike="noStrike" spc="-1">
              <a:latin typeface="Arial"/>
            </a:endParaRPr>
          </a:p>
        </p:txBody>
      </p:sp>
      <p:sp>
        <p:nvSpPr>
          <p:cNvPr id="357" name="CustomShape 7"/>
          <p:cNvSpPr/>
          <p:nvPr/>
        </p:nvSpPr>
        <p:spPr>
          <a:xfrm>
            <a:off x="13091760" y="2468520"/>
            <a:ext cx="594360" cy="62064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213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237</a:t>
            </a:r>
            <a:endParaRPr lang="en-US" sz="600" b="0" strike="noStrike" spc="-1">
              <a:latin typeface="Arial"/>
            </a:endParaRPr>
          </a:p>
        </p:txBody>
      </p:sp>
      <p:sp>
        <p:nvSpPr>
          <p:cNvPr id="358" name="CustomShape 8"/>
          <p:cNvSpPr/>
          <p:nvPr/>
        </p:nvSpPr>
        <p:spPr>
          <a:xfrm>
            <a:off x="13686840" y="2468520"/>
            <a:ext cx="594360" cy="62064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204</a:t>
            </a:r>
            <a:endParaRPr lang="en-US" sz="600" b="0" strike="noStrike" spc="-1">
              <a:latin typeface="Arial"/>
            </a:endParaRPr>
          </a:p>
        </p:txBody>
      </p:sp>
      <p:sp>
        <p:nvSpPr>
          <p:cNvPr id="359" name="CustomShape 9"/>
          <p:cNvSpPr/>
          <p:nvPr/>
        </p:nvSpPr>
        <p:spPr>
          <a:xfrm>
            <a:off x="14281920" y="2468520"/>
            <a:ext cx="594360" cy="62064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Orange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39</a:t>
            </a:r>
            <a:endParaRPr lang="en-US" sz="600" b="0" strike="noStrike" spc="-1">
              <a:latin typeface="Arial"/>
            </a:endParaRPr>
          </a:p>
        </p:txBody>
      </p:sp>
      <p:sp>
        <p:nvSpPr>
          <p:cNvPr id="360" name="CustomShape 10"/>
          <p:cNvSpPr/>
          <p:nvPr/>
        </p:nvSpPr>
        <p:spPr>
          <a:xfrm>
            <a:off x="14877000" y="2468520"/>
            <a:ext cx="594360" cy="62064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361" name="CustomShape 11"/>
          <p:cNvSpPr/>
          <p:nvPr/>
        </p:nvSpPr>
        <p:spPr>
          <a:xfrm>
            <a:off x="13686840" y="3089880"/>
            <a:ext cx="594360" cy="62064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57</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186</a:t>
            </a:r>
            <a:endParaRPr lang="en-US" sz="600" b="0" strike="noStrike" spc="-1">
              <a:latin typeface="Arial"/>
            </a:endParaRPr>
          </a:p>
        </p:txBody>
      </p:sp>
      <p:sp>
        <p:nvSpPr>
          <p:cNvPr id="362" name="CustomShape 12"/>
          <p:cNvSpPr/>
          <p:nvPr/>
        </p:nvSpPr>
        <p:spPr>
          <a:xfrm>
            <a:off x="14877000" y="3089880"/>
            <a:ext cx="594360" cy="62064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195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123</a:t>
            </a:r>
            <a:endParaRPr lang="en-US" sz="600" b="0" strike="noStrike" spc="-1">
              <a:latin typeface="Arial"/>
            </a:endParaRPr>
          </a:p>
        </p:txBody>
      </p:sp>
      <p:sp>
        <p:nvSpPr>
          <p:cNvPr id="363" name="CustomShape 13"/>
          <p:cNvSpPr/>
          <p:nvPr/>
        </p:nvSpPr>
        <p:spPr>
          <a:xfrm>
            <a:off x="14877000" y="4948920"/>
            <a:ext cx="594360" cy="62064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107</a:t>
            </a:r>
            <a:endParaRPr lang="en-US" sz="600" b="0" strike="noStrike" spc="-1">
              <a:latin typeface="Arial"/>
            </a:endParaRPr>
          </a:p>
        </p:txBody>
      </p:sp>
      <p:sp>
        <p:nvSpPr>
          <p:cNvPr id="364" name="CustomShape 14"/>
          <p:cNvSpPr/>
          <p:nvPr/>
        </p:nvSpPr>
        <p:spPr>
          <a:xfrm>
            <a:off x="14877000" y="4330080"/>
            <a:ext cx="594360" cy="62064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153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156</a:t>
            </a:r>
            <a:endParaRPr lang="en-US" sz="600" b="0" strike="noStrike" spc="-1">
              <a:latin typeface="Arial"/>
            </a:endParaRPr>
          </a:p>
        </p:txBody>
      </p:sp>
      <p:sp>
        <p:nvSpPr>
          <p:cNvPr id="365" name="CustomShape 15"/>
          <p:cNvSpPr/>
          <p:nvPr/>
        </p:nvSpPr>
        <p:spPr>
          <a:xfrm>
            <a:off x="14877000" y="3711240"/>
            <a:ext cx="594360" cy="62064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208</a:t>
            </a:r>
            <a:endParaRPr lang="en-US" sz="600" b="0" strike="noStrike" spc="-1">
              <a:latin typeface="Arial"/>
            </a:endParaRPr>
          </a:p>
        </p:txBody>
      </p:sp>
      <p:sp>
        <p:nvSpPr>
          <p:cNvPr id="366" name="CustomShape 16"/>
          <p:cNvSpPr/>
          <p:nvPr/>
        </p:nvSpPr>
        <p:spPr>
          <a:xfrm>
            <a:off x="14281920" y="3089880"/>
            <a:ext cx="594360" cy="620640"/>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Peach</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131</a:t>
            </a:r>
            <a:endParaRPr lang="en-US" sz="600" b="0" strike="noStrike" spc="-1">
              <a:latin typeface="Arial"/>
            </a:endParaRPr>
          </a:p>
        </p:txBody>
      </p:sp>
      <p:sp>
        <p:nvSpPr>
          <p:cNvPr id="367" name="CustomShape 17"/>
          <p:cNvSpPr/>
          <p:nvPr/>
        </p:nvSpPr>
        <p:spPr>
          <a:xfrm>
            <a:off x="14281920" y="3711240"/>
            <a:ext cx="594360" cy="62064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Light</a:t>
            </a:r>
            <a:r>
              <a:t/>
            </a:r>
            <a:b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128</a:t>
            </a:r>
            <a:endParaRPr lang="en-US" sz="600" b="0" strike="noStrike" spc="-1">
              <a:latin typeface="Arial"/>
            </a:endParaRPr>
          </a:p>
        </p:txBody>
      </p:sp>
      <p:sp>
        <p:nvSpPr>
          <p:cNvPr id="368" name="CustomShape 18"/>
          <p:cNvSpPr/>
          <p:nvPr/>
        </p:nvSpPr>
        <p:spPr>
          <a:xfrm>
            <a:off x="14281920" y="4330080"/>
            <a:ext cx="594360" cy="62064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100</a:t>
            </a:r>
            <a:endParaRPr lang="en-US" sz="600" b="0" strike="noStrike" spc="-1">
              <a:latin typeface="Arial"/>
            </a:endParaRPr>
          </a:p>
        </p:txBody>
      </p:sp>
      <p:sp>
        <p:nvSpPr>
          <p:cNvPr id="369" name="CustomShape 19"/>
          <p:cNvSpPr/>
          <p:nvPr/>
        </p:nvSpPr>
        <p:spPr>
          <a:xfrm>
            <a:off x="12500640" y="1405800"/>
            <a:ext cx="5616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Primary</a:t>
            </a:r>
            <a:endParaRPr lang="en-US" sz="1000" b="0" strike="noStrike" spc="-1">
              <a:latin typeface="Arial"/>
            </a:endParaRPr>
          </a:p>
        </p:txBody>
      </p:sp>
      <p:sp>
        <p:nvSpPr>
          <p:cNvPr id="370" name="CustomShape 20"/>
          <p:cNvSpPr/>
          <p:nvPr/>
        </p:nvSpPr>
        <p:spPr>
          <a:xfrm>
            <a:off x="12502800" y="2285280"/>
            <a:ext cx="8298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Infographic</a:t>
            </a:r>
            <a:endParaRPr lang="en-US" sz="1000" b="0" strike="noStrike" spc="-1">
              <a:latin typeface="Arial"/>
            </a:endParaRPr>
          </a:p>
        </p:txBody>
      </p:sp>
      <p:sp>
        <p:nvSpPr>
          <p:cNvPr id="371" name="CustomShape 21"/>
          <p:cNvSpPr/>
          <p:nvPr/>
        </p:nvSpPr>
        <p:spPr>
          <a:xfrm>
            <a:off x="13691520" y="1405800"/>
            <a:ext cx="74304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Secondary</a:t>
            </a:r>
            <a:endParaRPr lang="en-US" sz="1000" b="0" strike="noStrike" spc="-1">
              <a:latin typeface="Arial"/>
            </a:endParaRPr>
          </a:p>
        </p:txBody>
      </p:sp>
      <p:sp>
        <p:nvSpPr>
          <p:cNvPr id="372" name="CustomShape 22"/>
          <p:cNvSpPr/>
          <p:nvPr/>
        </p:nvSpPr>
        <p:spPr>
          <a:xfrm>
            <a:off x="13686840" y="3711240"/>
            <a:ext cx="594360" cy="62064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167</a:t>
            </a:r>
            <a:endParaRPr lang="en-US" sz="600" b="0" strike="noStrike" spc="-1">
              <a:latin typeface="Arial"/>
            </a:endParaRPr>
          </a:p>
        </p:txBody>
      </p:sp>
      <p:pic>
        <p:nvPicPr>
          <p:cNvPr id="373" name="Graphic 7"/>
          <p:cNvPicPr/>
          <p:nvPr/>
        </p:nvPicPr>
        <p:blipFill>
          <a:blip r:embed="rId15"/>
          <a:srcRect r="23077" b="19675"/>
          <a:stretch/>
        </p:blipFill>
        <p:spPr>
          <a:xfrm rot="16200000">
            <a:off x="5412960" y="79560"/>
            <a:ext cx="6857280" cy="6699240"/>
          </a:xfrm>
          <a:prstGeom prst="rect">
            <a:avLst/>
          </a:prstGeom>
          <a:ln>
            <a:noFill/>
          </a:ln>
        </p:spPr>
      </p:pic>
      <p:pic>
        <p:nvPicPr>
          <p:cNvPr id="374" name="Graphic 4"/>
          <p:cNvPicPr/>
          <p:nvPr/>
        </p:nvPicPr>
        <p:blipFill>
          <a:blip r:embed="rId14"/>
          <a:srcRect l="81836" t="-4712" b="16530"/>
          <a:stretch/>
        </p:blipFill>
        <p:spPr>
          <a:xfrm>
            <a:off x="11491560" y="164880"/>
            <a:ext cx="423720" cy="459000"/>
          </a:xfrm>
          <a:prstGeom prst="rect">
            <a:avLst/>
          </a:prstGeom>
          <a:ln>
            <a:noFill/>
          </a:ln>
        </p:spPr>
      </p:pic>
      <p:sp>
        <p:nvSpPr>
          <p:cNvPr id="375" name="Line 23"/>
          <p:cNvSpPr/>
          <p:nvPr/>
        </p:nvSpPr>
        <p:spPr>
          <a:xfrm flipV="1">
            <a:off x="3283560" y="6587640"/>
            <a:ext cx="0" cy="155520"/>
          </a:xfrm>
          <a:prstGeom prst="line">
            <a:avLst/>
          </a:prstGeom>
          <a:ln w="12600">
            <a:solidFill>
              <a:schemeClr val="accent2"/>
            </a:solidFill>
            <a:round/>
          </a:ln>
        </p:spPr>
        <p:style>
          <a:lnRef idx="1">
            <a:schemeClr val="accent1"/>
          </a:lnRef>
          <a:fillRef idx="0">
            <a:schemeClr val="accent1"/>
          </a:fillRef>
          <a:effectRef idx="0">
            <a:schemeClr val="accent1"/>
          </a:effectRef>
          <a:fontRef idx="minor"/>
        </p:style>
      </p:sp>
      <p:sp>
        <p:nvSpPr>
          <p:cNvPr id="376" name="CustomShape 24"/>
          <p:cNvSpPr/>
          <p:nvPr/>
        </p:nvSpPr>
        <p:spPr>
          <a:xfrm>
            <a:off x="407880" y="6555960"/>
            <a:ext cx="2828160" cy="218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85000"/>
              </a:lnSpc>
            </a:pPr>
            <a:r>
              <a:rPr lang="en-US" sz="800" b="0" strike="noStrike" spc="-1">
                <a:solidFill>
                  <a:srgbClr val="00458D"/>
                </a:solidFill>
                <a:latin typeface="Verdana"/>
                <a:ea typeface="DejaVu Sans"/>
              </a:rPr>
              <a:t>Presentation Title | Author | Date</a:t>
            </a:r>
            <a:endParaRPr lang="en-US" sz="800" b="0" strike="noStrike" spc="-1">
              <a:latin typeface="Arial"/>
            </a:endParaRPr>
          </a:p>
        </p:txBody>
      </p:sp>
      <p:sp>
        <p:nvSpPr>
          <p:cNvPr id="377" name="CustomShape 25"/>
          <p:cNvSpPr/>
          <p:nvPr/>
        </p:nvSpPr>
        <p:spPr>
          <a:xfrm>
            <a:off x="11474280" y="6555600"/>
            <a:ext cx="743400" cy="21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r">
              <a:lnSpc>
                <a:spcPct val="100000"/>
              </a:lnSpc>
            </a:pPr>
            <a:fld id="{E510BC01-1274-49D8-9F03-4A92ECC15C30}" type="slidenum">
              <a:rPr lang="en-US" sz="800" b="0" strike="noStrike" spc="-1">
                <a:solidFill>
                  <a:srgbClr val="FFFFFF"/>
                </a:solidFill>
                <a:latin typeface="Verdana"/>
                <a:ea typeface="DejaVu Sans"/>
              </a:rPr>
              <a:t>‹#›</a:t>
            </a:fld>
            <a:endParaRPr lang="en-US" sz="800" b="0" strike="noStrike" spc="-1">
              <a:latin typeface="Arial"/>
            </a:endParaRPr>
          </a:p>
        </p:txBody>
      </p:sp>
      <p:sp>
        <p:nvSpPr>
          <p:cNvPr id="378" name="CustomShape 26"/>
          <p:cNvSpPr/>
          <p:nvPr/>
        </p:nvSpPr>
        <p:spPr>
          <a:xfrm>
            <a:off x="3411360" y="6555600"/>
            <a:ext cx="2223000" cy="21888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nchor="ctr">
            <a:noAutofit/>
          </a:bodyPr>
          <a:lstStyle/>
          <a:p>
            <a:pPr>
              <a:lnSpc>
                <a:spcPct val="100000"/>
              </a:lnSpc>
            </a:pPr>
            <a:r>
              <a:rPr lang="en-US" sz="800" b="0" strike="noStrike" spc="-1">
                <a:solidFill>
                  <a:srgbClr val="767676"/>
                </a:solidFill>
                <a:latin typeface="Verdana"/>
                <a:ea typeface="DejaVu Sans"/>
              </a:rPr>
              <a:t>© 2017 Capgemini. All rights reserved.</a:t>
            </a:r>
            <a:endParaRPr lang="en-US" sz="800" b="0" strike="noStrike" spc="-1">
              <a:latin typeface="Arial"/>
            </a:endParaRPr>
          </a:p>
        </p:txBody>
      </p:sp>
      <p:sp>
        <p:nvSpPr>
          <p:cNvPr id="379" name="PlaceHolder 27"/>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380" name="PlaceHolder 28"/>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17" name="Graphic 4"/>
          <p:cNvPicPr/>
          <p:nvPr/>
        </p:nvPicPr>
        <p:blipFill>
          <a:blip r:embed="rId14"/>
          <a:srcRect l="81836" t="-4712" b="16530"/>
          <a:stretch/>
        </p:blipFill>
        <p:spPr>
          <a:xfrm>
            <a:off x="11547720" y="188640"/>
            <a:ext cx="423720" cy="459000"/>
          </a:xfrm>
          <a:prstGeom prst="rect">
            <a:avLst/>
          </a:prstGeom>
          <a:ln>
            <a:noFill/>
          </a:ln>
        </p:spPr>
      </p:pic>
      <p:sp>
        <p:nvSpPr>
          <p:cNvPr id="418" name="CustomShape 1"/>
          <p:cNvSpPr/>
          <p:nvPr/>
        </p:nvSpPr>
        <p:spPr>
          <a:xfrm>
            <a:off x="12496680" y="1590480"/>
            <a:ext cx="594360" cy="62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Capgemini 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112</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173</a:t>
            </a:r>
            <a:endParaRPr lang="en-US" sz="600" b="0" strike="noStrike" spc="-1">
              <a:latin typeface="Arial"/>
            </a:endParaRPr>
          </a:p>
        </p:txBody>
      </p:sp>
      <p:sp>
        <p:nvSpPr>
          <p:cNvPr id="419" name="CustomShape 2"/>
          <p:cNvSpPr/>
          <p:nvPr/>
        </p:nvSpPr>
        <p:spPr>
          <a:xfrm>
            <a:off x="13091760" y="1590480"/>
            <a:ext cx="594360" cy="620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219</a:t>
            </a:r>
            <a:endParaRPr lang="en-US" sz="600" b="0" strike="noStrike" spc="-1">
              <a:latin typeface="Arial"/>
            </a:endParaRPr>
          </a:p>
        </p:txBody>
      </p:sp>
      <p:sp>
        <p:nvSpPr>
          <p:cNvPr id="420" name="CustomShape 3"/>
          <p:cNvSpPr/>
          <p:nvPr/>
        </p:nvSpPr>
        <p:spPr>
          <a:xfrm>
            <a:off x="13686840" y="1590480"/>
            <a:ext cx="594360" cy="620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Deep</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43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61</a:t>
            </a:r>
            <a:endParaRPr lang="en-US" sz="600" b="0" strike="noStrike" spc="-1">
              <a:latin typeface="Arial"/>
            </a:endParaRPr>
          </a:p>
        </p:txBody>
      </p:sp>
      <p:sp>
        <p:nvSpPr>
          <p:cNvPr id="421" name="CustomShape 4"/>
          <p:cNvSpPr/>
          <p:nvPr/>
        </p:nvSpPr>
        <p:spPr>
          <a:xfrm>
            <a:off x="14281920" y="1590480"/>
            <a:ext cx="594360" cy="620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Tech</a:t>
            </a:r>
            <a:r>
              <a:t/>
            </a:r>
            <a:br/>
            <a:r>
              <a:rPr lang="en-US" sz="600" b="1" strike="noStrike" spc="-1">
                <a:solidFill>
                  <a:srgbClr val="FFFFFF"/>
                </a:solidFill>
                <a:latin typeface="Verdana"/>
                <a:ea typeface="DejaVu Sans"/>
              </a:rPr>
              <a:t>Red</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76</a:t>
            </a:r>
            <a:endParaRPr lang="en-US" sz="600" b="0" strike="noStrike" spc="-1">
              <a:latin typeface="Arial"/>
            </a:endParaRPr>
          </a:p>
        </p:txBody>
      </p:sp>
      <p:sp>
        <p:nvSpPr>
          <p:cNvPr id="422" name="CustomShape 5"/>
          <p:cNvSpPr/>
          <p:nvPr/>
        </p:nvSpPr>
        <p:spPr>
          <a:xfrm>
            <a:off x="14877000" y="1590480"/>
            <a:ext cx="594360" cy="620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Zest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149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230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423" name="CustomShape 6"/>
          <p:cNvSpPr/>
          <p:nvPr/>
        </p:nvSpPr>
        <p:spPr>
          <a:xfrm>
            <a:off x="12496680" y="2468520"/>
            <a:ext cx="594360" cy="62064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Capgemini 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184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214</a:t>
            </a:r>
            <a:endParaRPr lang="en-US" sz="600" b="0" strike="noStrike" spc="-1">
              <a:latin typeface="Arial"/>
            </a:endParaRPr>
          </a:p>
        </p:txBody>
      </p:sp>
      <p:sp>
        <p:nvSpPr>
          <p:cNvPr id="424" name="CustomShape 7"/>
          <p:cNvSpPr/>
          <p:nvPr/>
        </p:nvSpPr>
        <p:spPr>
          <a:xfrm>
            <a:off x="13091760" y="2468520"/>
            <a:ext cx="594360" cy="62064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marL="58680">
              <a:lnSpc>
                <a:spcPct val="100000"/>
              </a:lnSpc>
              <a:spcAft>
                <a:spcPts val="400"/>
              </a:spcAft>
            </a:pPr>
            <a:r>
              <a:rPr lang="en-US" sz="600" b="1" strike="noStrike" spc="-1">
                <a:solidFill>
                  <a:srgbClr val="FFFFFF"/>
                </a:solidFill>
                <a:latin typeface="Verdana"/>
                <a:ea typeface="DejaVu Sans"/>
              </a:rPr>
              <a:t>Vibrant</a:t>
            </a:r>
            <a:r>
              <a:t/>
            </a:r>
            <a:br/>
            <a:r>
              <a:rPr lang="en-US" sz="600" b="1" strike="noStrike" spc="-1">
                <a:solidFill>
                  <a:srgbClr val="FFFFFF"/>
                </a:solidFill>
                <a:latin typeface="Verdana"/>
                <a:ea typeface="DejaVu Sans"/>
              </a:rPr>
              <a:t>Blue</a:t>
            </a:r>
            <a:r>
              <a:rPr lang="en-US" sz="600" b="0" strike="noStrike" spc="-1">
                <a:solidFill>
                  <a:srgbClr val="FFFFFF"/>
                </a:solidFill>
                <a:latin typeface="Verdana"/>
                <a:ea typeface="DejaVu Sans"/>
              </a:rPr>
              <a:t> (-50%)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213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237</a:t>
            </a:r>
            <a:endParaRPr lang="en-US" sz="600" b="0" strike="noStrike" spc="-1">
              <a:latin typeface="Arial"/>
            </a:endParaRPr>
          </a:p>
        </p:txBody>
      </p:sp>
      <p:sp>
        <p:nvSpPr>
          <p:cNvPr id="425" name="CustomShape 8"/>
          <p:cNvSpPr/>
          <p:nvPr/>
        </p:nvSpPr>
        <p:spPr>
          <a:xfrm>
            <a:off x="13686840" y="2468520"/>
            <a:ext cx="594360" cy="62064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204</a:t>
            </a:r>
            <a:endParaRPr lang="en-US" sz="600" b="0" strike="noStrike" spc="-1">
              <a:latin typeface="Arial"/>
            </a:endParaRPr>
          </a:p>
        </p:txBody>
      </p:sp>
      <p:sp>
        <p:nvSpPr>
          <p:cNvPr id="426" name="CustomShape 9"/>
          <p:cNvSpPr/>
          <p:nvPr/>
        </p:nvSpPr>
        <p:spPr>
          <a:xfrm>
            <a:off x="14281920" y="2468520"/>
            <a:ext cx="594360" cy="62064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Orange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39</a:t>
            </a:r>
            <a:endParaRPr lang="en-US" sz="600" b="0" strike="noStrike" spc="-1">
              <a:latin typeface="Arial"/>
            </a:endParaRPr>
          </a:p>
        </p:txBody>
      </p:sp>
      <p:sp>
        <p:nvSpPr>
          <p:cNvPr id="427" name="CustomShape 10"/>
          <p:cNvSpPr/>
          <p:nvPr/>
        </p:nvSpPr>
        <p:spPr>
          <a:xfrm>
            <a:off x="14877000" y="2468520"/>
            <a:ext cx="594360" cy="62064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22</a:t>
            </a:r>
            <a:endParaRPr lang="en-US" sz="600" b="0" strike="noStrike" spc="-1">
              <a:latin typeface="Arial"/>
            </a:endParaRPr>
          </a:p>
        </p:txBody>
      </p:sp>
      <p:sp>
        <p:nvSpPr>
          <p:cNvPr id="428" name="CustomShape 11"/>
          <p:cNvSpPr/>
          <p:nvPr/>
        </p:nvSpPr>
        <p:spPr>
          <a:xfrm>
            <a:off x="13686840" y="3089880"/>
            <a:ext cx="594360" cy="62064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57</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186</a:t>
            </a:r>
            <a:endParaRPr lang="en-US" sz="600" b="0" strike="noStrike" spc="-1">
              <a:latin typeface="Arial"/>
            </a:endParaRPr>
          </a:p>
        </p:txBody>
      </p:sp>
      <p:sp>
        <p:nvSpPr>
          <p:cNvPr id="429" name="CustomShape 12"/>
          <p:cNvSpPr/>
          <p:nvPr/>
        </p:nvSpPr>
        <p:spPr>
          <a:xfrm>
            <a:off x="14877000" y="3089880"/>
            <a:ext cx="594360" cy="62064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0</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195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123</a:t>
            </a:r>
            <a:endParaRPr lang="en-US" sz="600" b="0" strike="noStrike" spc="-1">
              <a:latin typeface="Arial"/>
            </a:endParaRPr>
          </a:p>
        </p:txBody>
      </p:sp>
      <p:sp>
        <p:nvSpPr>
          <p:cNvPr id="430" name="CustomShape 13"/>
          <p:cNvSpPr/>
          <p:nvPr/>
        </p:nvSpPr>
        <p:spPr>
          <a:xfrm>
            <a:off x="14877000" y="4948920"/>
            <a:ext cx="594360" cy="62064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Green</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99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107</a:t>
            </a:r>
            <a:endParaRPr lang="en-US" sz="600" b="0" strike="noStrike" spc="-1">
              <a:latin typeface="Arial"/>
            </a:endParaRPr>
          </a:p>
        </p:txBody>
      </p:sp>
      <p:sp>
        <p:nvSpPr>
          <p:cNvPr id="431" name="CustomShape 14"/>
          <p:cNvSpPr/>
          <p:nvPr/>
        </p:nvSpPr>
        <p:spPr>
          <a:xfrm>
            <a:off x="14877000" y="4330080"/>
            <a:ext cx="594360" cy="62064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153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156</a:t>
            </a:r>
            <a:endParaRPr lang="en-US" sz="600" b="0" strike="noStrike" spc="-1">
              <a:latin typeface="Arial"/>
            </a:endParaRPr>
          </a:p>
        </p:txBody>
      </p:sp>
      <p:sp>
        <p:nvSpPr>
          <p:cNvPr id="432" name="CustomShape 15"/>
          <p:cNvSpPr/>
          <p:nvPr/>
        </p:nvSpPr>
        <p:spPr>
          <a:xfrm>
            <a:off x="14877000" y="3711240"/>
            <a:ext cx="594360" cy="62064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Bright</a:t>
            </a:r>
            <a:r>
              <a:t/>
            </a:r>
            <a:br/>
            <a:r>
              <a:rPr lang="en-US" sz="600" b="1" strike="noStrike" spc="-1">
                <a:solidFill>
                  <a:srgbClr val="FFFFFF"/>
                </a:solidFill>
                <a:latin typeface="Verdana"/>
                <a:ea typeface="DejaVu Sans"/>
              </a:rPr>
              <a:t>Aqua</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209</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208</a:t>
            </a:r>
            <a:endParaRPr lang="en-US" sz="600" b="0" strike="noStrike" spc="-1">
              <a:latin typeface="Arial"/>
            </a:endParaRPr>
          </a:p>
        </p:txBody>
      </p:sp>
      <p:sp>
        <p:nvSpPr>
          <p:cNvPr id="433" name="CustomShape 16"/>
          <p:cNvSpPr/>
          <p:nvPr/>
        </p:nvSpPr>
        <p:spPr>
          <a:xfrm>
            <a:off x="14281920" y="3089880"/>
            <a:ext cx="594360" cy="620640"/>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Peach</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255</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126</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131</a:t>
            </a:r>
            <a:endParaRPr lang="en-US" sz="600" b="0" strike="noStrike" spc="-1">
              <a:latin typeface="Arial"/>
            </a:endParaRPr>
          </a:p>
        </p:txBody>
      </p:sp>
      <p:sp>
        <p:nvSpPr>
          <p:cNvPr id="434" name="CustomShape 17"/>
          <p:cNvSpPr/>
          <p:nvPr/>
        </p:nvSpPr>
        <p:spPr>
          <a:xfrm>
            <a:off x="14281920" y="3711240"/>
            <a:ext cx="594360" cy="62064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Light</a:t>
            </a:r>
            <a:r>
              <a:t/>
            </a:r>
            <a:b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203</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41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128</a:t>
            </a:r>
            <a:endParaRPr lang="en-US" sz="600" b="0" strike="noStrike" spc="-1">
              <a:latin typeface="Arial"/>
            </a:endParaRPr>
          </a:p>
        </p:txBody>
      </p:sp>
      <p:sp>
        <p:nvSpPr>
          <p:cNvPr id="435" name="CustomShape 18"/>
          <p:cNvSpPr/>
          <p:nvPr/>
        </p:nvSpPr>
        <p:spPr>
          <a:xfrm>
            <a:off x="14281920" y="4330080"/>
            <a:ext cx="594360" cy="62064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Claret</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134</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8</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100</a:t>
            </a:r>
            <a:endParaRPr lang="en-US" sz="600" b="0" strike="noStrike" spc="-1">
              <a:latin typeface="Arial"/>
            </a:endParaRPr>
          </a:p>
        </p:txBody>
      </p:sp>
      <p:sp>
        <p:nvSpPr>
          <p:cNvPr id="436" name="CustomShape 19"/>
          <p:cNvSpPr/>
          <p:nvPr/>
        </p:nvSpPr>
        <p:spPr>
          <a:xfrm>
            <a:off x="12500640" y="1405800"/>
            <a:ext cx="5616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Primary</a:t>
            </a:r>
            <a:endParaRPr lang="en-US" sz="1000" b="0" strike="noStrike" spc="-1">
              <a:latin typeface="Arial"/>
            </a:endParaRPr>
          </a:p>
        </p:txBody>
      </p:sp>
      <p:sp>
        <p:nvSpPr>
          <p:cNvPr id="437" name="CustomShape 20"/>
          <p:cNvSpPr/>
          <p:nvPr/>
        </p:nvSpPr>
        <p:spPr>
          <a:xfrm>
            <a:off x="12502800" y="2285280"/>
            <a:ext cx="82980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Infographic</a:t>
            </a:r>
            <a:endParaRPr lang="en-US" sz="1000" b="0" strike="noStrike" spc="-1">
              <a:latin typeface="Arial"/>
            </a:endParaRPr>
          </a:p>
        </p:txBody>
      </p:sp>
      <p:sp>
        <p:nvSpPr>
          <p:cNvPr id="438" name="CustomShape 21"/>
          <p:cNvSpPr/>
          <p:nvPr/>
        </p:nvSpPr>
        <p:spPr>
          <a:xfrm>
            <a:off x="13691520" y="1405800"/>
            <a:ext cx="743040" cy="1526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wrap="none" lIns="0" tIns="0" rIns="0" bIns="0" anchor="ctr">
            <a:spAutoFit/>
          </a:bodyPr>
          <a:lstStyle/>
          <a:p>
            <a:pPr>
              <a:lnSpc>
                <a:spcPct val="100000"/>
              </a:lnSpc>
            </a:pPr>
            <a:r>
              <a:rPr lang="en-US" sz="1000" b="1" strike="noStrike" spc="-1">
                <a:solidFill>
                  <a:srgbClr val="0070AD"/>
                </a:solidFill>
                <a:latin typeface="Verdana"/>
                <a:ea typeface="DejaVu Sans"/>
              </a:rPr>
              <a:t>Secondary</a:t>
            </a:r>
            <a:endParaRPr lang="en-US" sz="1000" b="0" strike="noStrike" spc="-1">
              <a:latin typeface="Arial"/>
            </a:endParaRPr>
          </a:p>
        </p:txBody>
      </p:sp>
      <p:sp>
        <p:nvSpPr>
          <p:cNvPr id="439" name="CustomShape 22"/>
          <p:cNvSpPr/>
          <p:nvPr/>
        </p:nvSpPr>
        <p:spPr>
          <a:xfrm>
            <a:off x="13686840" y="3711240"/>
            <a:ext cx="594360" cy="62064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p:style>
        <p:txBody>
          <a:bodyPr lIns="0" tIns="0" rIns="0" bIns="0" anchor="ctr">
            <a:noAutofit/>
          </a:bodyPr>
          <a:lstStyle/>
          <a:p>
            <a:pPr algn="ctr">
              <a:lnSpc>
                <a:spcPct val="100000"/>
              </a:lnSpc>
              <a:spcAft>
                <a:spcPts val="400"/>
              </a:spcAft>
            </a:pPr>
            <a:r>
              <a:rPr lang="en-US" sz="600" b="1" strike="noStrike" spc="-1">
                <a:solidFill>
                  <a:srgbClr val="FFFFFF"/>
                </a:solidFill>
                <a:latin typeface="Verdana"/>
                <a:ea typeface="DejaVu Sans"/>
              </a:rPr>
              <a:t>Dark</a:t>
            </a:r>
            <a:r>
              <a:t/>
            </a:r>
            <a:br/>
            <a:r>
              <a:rPr lang="en-US" sz="600" b="1" strike="noStrike" spc="-1">
                <a:solidFill>
                  <a:srgbClr val="FFFFFF"/>
                </a:solidFill>
                <a:latin typeface="Verdana"/>
                <a:ea typeface="DejaVu Sans"/>
              </a:rPr>
              <a:t>Purple</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R 71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G 1</a:t>
            </a:r>
            <a:endParaRPr lang="en-US" sz="600" b="0" strike="noStrike" spc="-1">
              <a:latin typeface="Arial"/>
            </a:endParaRPr>
          </a:p>
          <a:p>
            <a:pPr marL="171360">
              <a:lnSpc>
                <a:spcPct val="100000"/>
              </a:lnSpc>
            </a:pPr>
            <a:r>
              <a:rPr lang="en-US" sz="600" b="0" strike="noStrike" spc="-1">
                <a:solidFill>
                  <a:srgbClr val="FFFFFF"/>
                </a:solidFill>
                <a:latin typeface="Verdana"/>
                <a:ea typeface="DejaVu Sans"/>
              </a:rPr>
              <a:t>B 167</a:t>
            </a:r>
            <a:endParaRPr lang="en-US" sz="600" b="0" strike="noStrike" spc="-1">
              <a:latin typeface="Arial"/>
            </a:endParaRPr>
          </a:p>
        </p:txBody>
      </p:sp>
      <p:sp>
        <p:nvSpPr>
          <p:cNvPr id="440" name="CustomShape 23"/>
          <p:cNvSpPr/>
          <p:nvPr/>
        </p:nvSpPr>
        <p:spPr>
          <a:xfrm>
            <a:off x="0" y="0"/>
            <a:ext cx="12191400" cy="6857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441" name="CustomShape 24"/>
          <p:cNvSpPr/>
          <p:nvPr/>
        </p:nvSpPr>
        <p:spPr>
          <a:xfrm>
            <a:off x="-1243080" y="-2656800"/>
            <a:ext cx="10767240" cy="11442600"/>
          </a:xfrm>
          <a:custGeom>
            <a:avLst/>
            <a:gdLst/>
            <a:ahLst/>
            <a:cxnLst/>
            <a:rect l="l" t="t"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p:spPr>
        <p:style>
          <a:lnRef idx="0">
            <a:scrgbClr r="0" g="0" b="0"/>
          </a:lnRef>
          <a:fillRef idx="0">
            <a:scrgbClr r="0" g="0" b="0"/>
          </a:fillRef>
          <a:effectRef idx="0">
            <a:scrgbClr r="0" g="0" b="0"/>
          </a:effectRef>
          <a:fontRef idx="minor"/>
        </p:style>
      </p:sp>
      <p:grpSp>
        <p:nvGrpSpPr>
          <p:cNvPr id="442" name="Group 25"/>
          <p:cNvGrpSpPr/>
          <p:nvPr/>
        </p:nvGrpSpPr>
        <p:grpSpPr>
          <a:xfrm>
            <a:off x="4979160" y="2404080"/>
            <a:ext cx="734400" cy="681840"/>
            <a:chOff x="4979160" y="2404080"/>
            <a:chExt cx="734400" cy="681840"/>
          </a:xfrm>
        </p:grpSpPr>
        <p:sp>
          <p:nvSpPr>
            <p:cNvPr id="443" name="CustomShape 26"/>
            <p:cNvSpPr/>
            <p:nvPr/>
          </p:nvSpPr>
          <p:spPr>
            <a:xfrm>
              <a:off x="5231520" y="2690640"/>
              <a:ext cx="481680" cy="395280"/>
            </a:xfrm>
            <a:custGeom>
              <a:avLst/>
              <a:gdLst/>
              <a:ahLst/>
              <a:cxnLst/>
              <a:rect l="l" t="t"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p:spPr>
          <p:style>
            <a:lnRef idx="0">
              <a:scrgbClr r="0" g="0" b="0"/>
            </a:lnRef>
            <a:fillRef idx="0">
              <a:scrgbClr r="0" g="0" b="0"/>
            </a:fillRef>
            <a:effectRef idx="0">
              <a:scrgbClr r="0" g="0" b="0"/>
            </a:effectRef>
            <a:fontRef idx="minor"/>
          </p:style>
        </p:sp>
        <p:sp>
          <p:nvSpPr>
            <p:cNvPr id="444" name="CustomShape 27"/>
            <p:cNvSpPr/>
            <p:nvPr/>
          </p:nvSpPr>
          <p:spPr>
            <a:xfrm>
              <a:off x="4979160" y="2404080"/>
              <a:ext cx="734400" cy="626040"/>
            </a:xfrm>
            <a:custGeom>
              <a:avLst/>
              <a:gdLst/>
              <a:ahLst/>
              <a:cxnLst/>
              <a:rect l="l" t="t"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p:spPr>
          <p:style>
            <a:lnRef idx="0">
              <a:scrgbClr r="0" g="0" b="0"/>
            </a:lnRef>
            <a:fillRef idx="0">
              <a:scrgbClr r="0" g="0" b="0"/>
            </a:fillRef>
            <a:effectRef idx="0">
              <a:scrgbClr r="0" g="0" b="0"/>
            </a:effectRef>
            <a:fontRef idx="minor"/>
          </p:style>
        </p:sp>
      </p:grpSp>
      <p:sp>
        <p:nvSpPr>
          <p:cNvPr id="445" name="CustomShape 28"/>
          <p:cNvSpPr/>
          <p:nvPr/>
        </p:nvSpPr>
        <p:spPr>
          <a:xfrm>
            <a:off x="6536160" y="2886480"/>
            <a:ext cx="5124960" cy="76968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0" tIns="0" rIns="0" bIns="0">
            <a:noAutofit/>
          </a:bodyPr>
          <a:lstStyle/>
          <a:p>
            <a:pPr algn="just">
              <a:lnSpc>
                <a:spcPts val="1199"/>
              </a:lnSpc>
            </a:pPr>
            <a:r>
              <a:rPr lang="en-US" sz="900" b="0" strike="noStrike" spc="-1">
                <a:solidFill>
                  <a:srgbClr val="000000"/>
                </a:solidFill>
                <a:latin typeface="Verdana"/>
                <a:ea typeface="DejaVu Sans"/>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b="0" strike="noStrike" spc="-1">
                <a:solidFill>
                  <a:srgbClr val="0070AD"/>
                </a:solidFill>
                <a:latin typeface="Verdana"/>
                <a:ea typeface="DejaVu Sans"/>
              </a:rPr>
              <a:t>the Collaborative Business Experience™</a:t>
            </a:r>
            <a:r>
              <a:rPr lang="en-US" sz="900" b="0" strike="noStrike" spc="-1">
                <a:solidFill>
                  <a:srgbClr val="000000"/>
                </a:solidFill>
                <a:latin typeface="Verdana"/>
                <a:ea typeface="DejaVu Sans"/>
              </a:rPr>
              <a:t>, and draws on </a:t>
            </a:r>
            <a:r>
              <a:rPr lang="en-US" sz="900" b="0" strike="noStrike" spc="-1">
                <a:solidFill>
                  <a:srgbClr val="0070AD"/>
                </a:solidFill>
                <a:latin typeface="Verdana"/>
                <a:ea typeface="DejaVu Sans"/>
              </a:rPr>
              <a:t>Rightshore</a:t>
            </a:r>
            <a:r>
              <a:rPr lang="en-US" sz="900" b="0" strike="noStrike" spc="-1" baseline="30000">
                <a:solidFill>
                  <a:srgbClr val="0070AD"/>
                </a:solidFill>
                <a:latin typeface="Verdana"/>
                <a:ea typeface="DejaVu Sans"/>
              </a:rPr>
              <a:t>®</a:t>
            </a:r>
            <a:r>
              <a:rPr lang="en-US" sz="900" b="0" strike="noStrike" spc="-1">
                <a:solidFill>
                  <a:srgbClr val="000000"/>
                </a:solidFill>
                <a:latin typeface="Verdana"/>
                <a:ea typeface="DejaVu Sans"/>
              </a:rPr>
              <a:t>, its worldwide delivery model.</a:t>
            </a:r>
            <a:endParaRPr lang="en-US" sz="900" b="0" strike="noStrike" spc="-1">
              <a:latin typeface="Arial"/>
            </a:endParaRPr>
          </a:p>
        </p:txBody>
      </p:sp>
      <p:sp>
        <p:nvSpPr>
          <p:cNvPr id="446" name="CustomShape 29"/>
          <p:cNvSpPr/>
          <p:nvPr/>
        </p:nvSpPr>
        <p:spPr>
          <a:xfrm>
            <a:off x="6536160" y="2507040"/>
            <a:ext cx="2219400" cy="25380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0" tIns="0" rIns="0" bIns="0">
            <a:spAutoFit/>
          </a:bodyPr>
          <a:lstStyle/>
          <a:p>
            <a:pPr>
              <a:lnSpc>
                <a:spcPts val="2001"/>
              </a:lnSpc>
            </a:pPr>
            <a:r>
              <a:rPr lang="en-US" sz="1400" b="0" strike="noStrike" spc="-1">
                <a:solidFill>
                  <a:srgbClr val="0070AD"/>
                </a:solidFill>
                <a:latin typeface="Verdana"/>
                <a:ea typeface="DejaVu Sans"/>
              </a:rPr>
              <a:t>About Capgemini</a:t>
            </a:r>
            <a:endParaRPr lang="en-US" sz="1400" b="0" strike="noStrike" spc="-1">
              <a:latin typeface="Arial"/>
            </a:endParaRPr>
          </a:p>
        </p:txBody>
      </p:sp>
      <p:sp>
        <p:nvSpPr>
          <p:cNvPr id="447" name="CustomShape 30"/>
          <p:cNvSpPr/>
          <p:nvPr/>
        </p:nvSpPr>
        <p:spPr>
          <a:xfrm>
            <a:off x="6536160" y="4235760"/>
            <a:ext cx="2056680" cy="4064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0" tIns="0" rIns="0" bIns="0">
            <a:noAutofit/>
          </a:bodyPr>
          <a:lstStyle/>
          <a:p>
            <a:pPr algn="just">
              <a:lnSpc>
                <a:spcPts val="1199"/>
              </a:lnSpc>
              <a:spcAft>
                <a:spcPts val="601"/>
              </a:spcAft>
            </a:pPr>
            <a:r>
              <a:rPr lang="en-US" sz="900" b="0" strike="noStrike" spc="-1">
                <a:solidFill>
                  <a:srgbClr val="000000"/>
                </a:solidFill>
                <a:latin typeface="Verdana"/>
                <a:ea typeface="DejaVu Sans"/>
              </a:rPr>
              <a:t>Learn more about us at</a:t>
            </a:r>
            <a:endParaRPr lang="en-US" sz="900" b="0" strike="noStrike" spc="-1">
              <a:latin typeface="Arial"/>
            </a:endParaRPr>
          </a:p>
          <a:p>
            <a:pPr algn="just">
              <a:lnSpc>
                <a:spcPts val="1199"/>
              </a:lnSpc>
            </a:pPr>
            <a:r>
              <a:rPr lang="en-US" sz="1400" b="0" strike="noStrike" spc="-1">
                <a:solidFill>
                  <a:srgbClr val="12ABDB"/>
                </a:solidFill>
                <a:latin typeface="Verdana"/>
                <a:ea typeface="DejaVu Sans"/>
              </a:rPr>
              <a:t>www.capgemini.com</a:t>
            </a:r>
            <a:endParaRPr lang="en-US" sz="1400" b="0" strike="noStrike" spc="-1">
              <a:latin typeface="Arial"/>
            </a:endParaRPr>
          </a:p>
        </p:txBody>
      </p:sp>
      <p:pic>
        <p:nvPicPr>
          <p:cNvPr id="448" name="Picture 2"/>
          <p:cNvPicPr/>
          <p:nvPr/>
        </p:nvPicPr>
        <p:blipFill>
          <a:blip r:embed="rId15"/>
          <a:stretch/>
        </p:blipFill>
        <p:spPr>
          <a:xfrm>
            <a:off x="798480" y="3979080"/>
            <a:ext cx="332640" cy="332640"/>
          </a:xfrm>
          <a:prstGeom prst="rect">
            <a:avLst/>
          </a:prstGeom>
          <a:ln>
            <a:noFill/>
          </a:ln>
        </p:spPr>
      </p:pic>
      <p:pic>
        <p:nvPicPr>
          <p:cNvPr id="449" name="Picture 4"/>
          <p:cNvPicPr/>
          <p:nvPr/>
        </p:nvPicPr>
        <p:blipFill>
          <a:blip r:embed="rId16"/>
          <a:stretch/>
        </p:blipFill>
        <p:spPr>
          <a:xfrm>
            <a:off x="1181880" y="3979080"/>
            <a:ext cx="332640" cy="332640"/>
          </a:xfrm>
          <a:prstGeom prst="rect">
            <a:avLst/>
          </a:prstGeom>
          <a:ln>
            <a:noFill/>
          </a:ln>
        </p:spPr>
      </p:pic>
      <p:pic>
        <p:nvPicPr>
          <p:cNvPr id="450" name="Picture 5"/>
          <p:cNvPicPr/>
          <p:nvPr/>
        </p:nvPicPr>
        <p:blipFill>
          <a:blip r:embed="rId17"/>
          <a:stretch/>
        </p:blipFill>
        <p:spPr>
          <a:xfrm>
            <a:off x="1565280" y="3979080"/>
            <a:ext cx="332640" cy="332640"/>
          </a:xfrm>
          <a:prstGeom prst="rect">
            <a:avLst/>
          </a:prstGeom>
          <a:ln>
            <a:noFill/>
          </a:ln>
        </p:spPr>
      </p:pic>
      <p:pic>
        <p:nvPicPr>
          <p:cNvPr id="451" name="Picture 6"/>
          <p:cNvPicPr/>
          <p:nvPr/>
        </p:nvPicPr>
        <p:blipFill>
          <a:blip r:embed="rId18"/>
          <a:stretch/>
        </p:blipFill>
        <p:spPr>
          <a:xfrm>
            <a:off x="1948680" y="3979080"/>
            <a:ext cx="332640" cy="332640"/>
          </a:xfrm>
          <a:prstGeom prst="rect">
            <a:avLst/>
          </a:prstGeom>
          <a:ln>
            <a:noFill/>
          </a:ln>
        </p:spPr>
      </p:pic>
      <p:pic>
        <p:nvPicPr>
          <p:cNvPr id="452" name="Picture 7"/>
          <p:cNvPicPr/>
          <p:nvPr/>
        </p:nvPicPr>
        <p:blipFill>
          <a:blip r:embed="rId19"/>
          <a:stretch/>
        </p:blipFill>
        <p:spPr>
          <a:xfrm>
            <a:off x="415080" y="3979080"/>
            <a:ext cx="332640" cy="332640"/>
          </a:xfrm>
          <a:prstGeom prst="rect">
            <a:avLst/>
          </a:prstGeom>
          <a:ln>
            <a:noFill/>
          </a:ln>
        </p:spPr>
      </p:pic>
      <p:sp>
        <p:nvSpPr>
          <p:cNvPr id="453" name="CustomShape 31"/>
          <p:cNvSpPr/>
          <p:nvPr/>
        </p:nvSpPr>
        <p:spPr>
          <a:xfrm>
            <a:off x="415080" y="5646600"/>
            <a:ext cx="4197960" cy="563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spAutoFit/>
          </a:bodyPr>
          <a:lstStyle/>
          <a:p>
            <a:pPr>
              <a:lnSpc>
                <a:spcPct val="100000"/>
              </a:lnSpc>
              <a:spcAft>
                <a:spcPts val="601"/>
              </a:spcAft>
            </a:pPr>
            <a:r>
              <a:rPr lang="en-US" sz="800" b="0" strike="noStrike" spc="-1">
                <a:solidFill>
                  <a:srgbClr val="FFFFFF"/>
                </a:solidFill>
                <a:latin typeface="Verdana"/>
                <a:ea typeface="DejaVu Sans"/>
              </a:rPr>
              <a:t>This message contains information that may be privileged or confidential and is the property of the Capgemini Group.</a:t>
            </a:r>
            <a:r>
              <a:t/>
            </a:r>
            <a:br/>
            <a:r>
              <a:rPr lang="en-US" sz="800" b="0" strike="noStrike" spc="-1">
                <a:solidFill>
                  <a:srgbClr val="FFFFFF"/>
                </a:solidFill>
                <a:latin typeface="Arial"/>
                <a:ea typeface="DejaVu Sans"/>
              </a:rPr>
              <a:t>Copyright © 2017 Capgemini. All rights reserved.</a:t>
            </a:r>
            <a:endParaRPr lang="en-US" sz="800" b="0" strike="noStrike" spc="-1">
              <a:latin typeface="Arial"/>
            </a:endParaRPr>
          </a:p>
          <a:p>
            <a:pPr>
              <a:lnSpc>
                <a:spcPct val="100000"/>
              </a:lnSpc>
              <a:spcAft>
                <a:spcPts val="601"/>
              </a:spcAft>
            </a:pPr>
            <a:r>
              <a:rPr lang="en-US" sz="800" b="0" strike="noStrike" spc="-1">
                <a:solidFill>
                  <a:srgbClr val="FFFFFF"/>
                </a:solidFill>
                <a:latin typeface="Arial"/>
                <a:ea typeface="DejaVu Sans"/>
              </a:rPr>
              <a:t>Rightshore</a:t>
            </a:r>
            <a:r>
              <a:rPr lang="en-US" sz="800" b="0" strike="noStrike" spc="-1" baseline="30000">
                <a:solidFill>
                  <a:srgbClr val="FFFFFF"/>
                </a:solidFill>
                <a:latin typeface="Arial"/>
                <a:ea typeface="DejaVu Sans"/>
              </a:rPr>
              <a:t>®</a:t>
            </a:r>
            <a:r>
              <a:rPr lang="en-US" sz="800" b="0" strike="noStrike" spc="-1">
                <a:solidFill>
                  <a:srgbClr val="FFFFFF"/>
                </a:solidFill>
                <a:latin typeface="Arial"/>
                <a:ea typeface="DejaVu Sans"/>
              </a:rPr>
              <a:t> is a trademark belonging to Capgemini.</a:t>
            </a:r>
            <a:endParaRPr lang="en-US" sz="800" b="0" strike="noStrike" spc="-1">
              <a:latin typeface="Arial"/>
            </a:endParaRPr>
          </a:p>
        </p:txBody>
      </p:sp>
      <p:sp>
        <p:nvSpPr>
          <p:cNvPr id="454" name="CustomShape 32"/>
          <p:cNvSpPr/>
          <p:nvPr/>
        </p:nvSpPr>
        <p:spPr>
          <a:xfrm>
            <a:off x="6536160" y="5934960"/>
            <a:ext cx="5218920" cy="274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spAutoFit/>
          </a:bodyPr>
          <a:lstStyle/>
          <a:p>
            <a:pPr>
              <a:lnSpc>
                <a:spcPct val="100000"/>
              </a:lnSpc>
              <a:spcAft>
                <a:spcPts val="601"/>
              </a:spcAft>
            </a:pPr>
            <a:r>
              <a:rPr lang="en-US" sz="600" b="0" strike="noStrike" spc="-1">
                <a:solidFill>
                  <a:srgbClr val="000000"/>
                </a:solidFill>
                <a:latin typeface="Verdana"/>
                <a:ea typeface="DejaVu Sans"/>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endParaRPr lang="en-US" sz="600" b="0" strike="noStrike" spc="-1">
              <a:latin typeface="Arial"/>
            </a:endParaRPr>
          </a:p>
        </p:txBody>
      </p:sp>
      <p:sp>
        <p:nvSpPr>
          <p:cNvPr id="455" name="CustomShape 33"/>
          <p:cNvSpPr/>
          <p:nvPr/>
        </p:nvSpPr>
        <p:spPr>
          <a:xfrm>
            <a:off x="7489800" y="3812040"/>
            <a:ext cx="2335320" cy="123840"/>
          </a:xfrm>
          <a:prstGeom prst="rect">
            <a:avLst/>
          </a:prstGeom>
          <a:noFill/>
          <a:ln>
            <a:noFill/>
          </a:ln>
        </p:spPr>
        <p:style>
          <a:lnRef idx="2">
            <a:schemeClr val="accent1">
              <a:shade val="50000"/>
            </a:schemeClr>
          </a:lnRef>
          <a:fillRef idx="1">
            <a:schemeClr val="accent1"/>
          </a:fillRef>
          <a:effectRef idx="0">
            <a:schemeClr val="accent1"/>
          </a:effectRef>
          <a:fontRef idx="minor"/>
        </p:style>
      </p:sp>
      <p:sp>
        <p:nvSpPr>
          <p:cNvPr id="456" name="CustomShape 34"/>
          <p:cNvSpPr/>
          <p:nvPr/>
        </p:nvSpPr>
        <p:spPr>
          <a:xfrm>
            <a:off x="10730880" y="3812040"/>
            <a:ext cx="704160" cy="123840"/>
          </a:xfrm>
          <a:prstGeom prst="rect">
            <a:avLst/>
          </a:prstGeom>
          <a:noFill/>
          <a:ln>
            <a:noFill/>
          </a:ln>
        </p:spPr>
        <p:style>
          <a:lnRef idx="2">
            <a:schemeClr val="accent1">
              <a:shade val="50000"/>
            </a:schemeClr>
          </a:lnRef>
          <a:fillRef idx="1">
            <a:schemeClr val="accent1"/>
          </a:fillRef>
          <a:effectRef idx="0">
            <a:schemeClr val="accent1"/>
          </a:effectRef>
          <a:fontRef idx="minor"/>
        </p:style>
      </p:sp>
      <p:sp>
        <p:nvSpPr>
          <p:cNvPr id="457" name="CustomShape 35"/>
          <p:cNvSpPr/>
          <p:nvPr/>
        </p:nvSpPr>
        <p:spPr>
          <a:xfrm>
            <a:off x="6532200" y="4445640"/>
            <a:ext cx="1851120" cy="182880"/>
          </a:xfrm>
          <a:prstGeom prst="rect">
            <a:avLst/>
          </a:prstGeom>
          <a:noFill/>
          <a:ln>
            <a:noFill/>
          </a:ln>
        </p:spPr>
        <p:style>
          <a:lnRef idx="2">
            <a:schemeClr val="accent1">
              <a:shade val="50000"/>
            </a:schemeClr>
          </a:lnRef>
          <a:fillRef idx="1">
            <a:schemeClr val="accent1"/>
          </a:fillRef>
          <a:effectRef idx="0">
            <a:schemeClr val="accent1"/>
          </a:effectRef>
          <a:fontRef idx="minor"/>
        </p:style>
      </p:sp>
      <p:pic>
        <p:nvPicPr>
          <p:cNvPr id="458" name="Picture 28"/>
          <p:cNvPicPr/>
          <p:nvPr/>
        </p:nvPicPr>
        <p:blipFill>
          <a:blip r:embed="rId20"/>
          <a:stretch/>
        </p:blipFill>
        <p:spPr>
          <a:xfrm>
            <a:off x="407520" y="4434120"/>
            <a:ext cx="2559600" cy="200160"/>
          </a:xfrm>
          <a:prstGeom prst="rect">
            <a:avLst/>
          </a:prstGeom>
          <a:ln>
            <a:noFill/>
          </a:ln>
        </p:spPr>
      </p:pic>
      <p:sp>
        <p:nvSpPr>
          <p:cNvPr id="459" name="PlaceHolder 36"/>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60" name="PlaceHolder 37"/>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1.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3.xml"/><Relationship Id="rId5" Type="http://schemas.openxmlformats.org/officeDocument/2006/relationships/image" Target="../media/image19.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CustomShape 1"/>
          <p:cNvSpPr/>
          <p:nvPr/>
        </p:nvSpPr>
        <p:spPr>
          <a:xfrm>
            <a:off x="6522840" y="1845000"/>
            <a:ext cx="5260320" cy="1181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rmAutofit fontScale="86500"/>
          </a:bodyPr>
          <a:lstStyle/>
          <a:p>
            <a:pPr algn="r">
              <a:lnSpc>
                <a:spcPts val="2999"/>
              </a:lnSpc>
              <a:spcAft>
                <a:spcPts val="601"/>
              </a:spcAft>
            </a:pPr>
            <a:r>
              <a:rPr lang="en-US" sz="2600" b="0" strike="noStrike" spc="-1" dirty="0">
                <a:solidFill>
                  <a:srgbClr val="12ABDB"/>
                </a:solidFill>
                <a:latin typeface="Verdana"/>
              </a:rPr>
              <a:t>Fresh  Grads – Group Project</a:t>
            </a:r>
            <a:endParaRPr lang="en-US" sz="2600" b="0" strike="noStrike" spc="-1" dirty="0">
              <a:latin typeface="Arial"/>
            </a:endParaRPr>
          </a:p>
          <a:p>
            <a:pPr algn="r">
              <a:lnSpc>
                <a:spcPts val="2999"/>
              </a:lnSpc>
              <a:spcAft>
                <a:spcPts val="601"/>
              </a:spcAft>
            </a:pPr>
            <a:r>
              <a:rPr lang="en-US" sz="2600" spc="-1" dirty="0" smtClean="0">
                <a:solidFill>
                  <a:srgbClr val="12ABDB"/>
                </a:solidFill>
                <a:latin typeface="Verdana"/>
              </a:rPr>
              <a:t>Online Ayurveda Medicine Order A</a:t>
            </a:r>
            <a:r>
              <a:rPr lang="en-US" sz="2600" b="0" strike="noStrike" spc="-1" dirty="0" smtClean="0">
                <a:solidFill>
                  <a:srgbClr val="12ABDB"/>
                </a:solidFill>
                <a:latin typeface="Verdana"/>
              </a:rPr>
              <a:t>pp</a:t>
            </a:r>
            <a:endParaRPr lang="en-US" sz="26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CustomShape 1"/>
          <p:cNvSpPr/>
          <p:nvPr/>
        </p:nvSpPr>
        <p:spPr>
          <a:xfrm>
            <a:off x="407880" y="1028880"/>
            <a:ext cx="6695280" cy="5414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ts val="2001"/>
              </a:lnSpc>
              <a:spcAft>
                <a:spcPts val="1800"/>
              </a:spcAft>
            </a:pPr>
            <a:endParaRPr lang="en-US" sz="1800" b="0" strike="noStrike" spc="-1">
              <a:latin typeface="Arial"/>
            </a:endParaRPr>
          </a:p>
          <a:p>
            <a:pPr>
              <a:lnSpc>
                <a:spcPts val="2001"/>
              </a:lnSpc>
              <a:spcAft>
                <a:spcPts val="1800"/>
              </a:spcAft>
            </a:pPr>
            <a:endParaRPr lang="en-US" sz="1800" b="0" strike="noStrike" spc="-1">
              <a:latin typeface="Arial"/>
            </a:endParaRPr>
          </a:p>
          <a:p>
            <a:pPr>
              <a:lnSpc>
                <a:spcPts val="2001"/>
              </a:lnSpc>
              <a:spcAft>
                <a:spcPts val="1800"/>
              </a:spcAft>
            </a:pPr>
            <a:endParaRPr lang="en-US" sz="1800" b="0" strike="noStrike" spc="-1">
              <a:latin typeface="Arial"/>
            </a:endParaRPr>
          </a:p>
        </p:txBody>
      </p:sp>
      <p:sp>
        <p:nvSpPr>
          <p:cNvPr id="499" name="CustomShape 2"/>
          <p:cNvSpPr/>
          <p:nvPr/>
        </p:nvSpPr>
        <p:spPr>
          <a:xfrm>
            <a:off x="407880" y="217080"/>
            <a:ext cx="10044000" cy="653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90000"/>
              </a:lnSpc>
            </a:pPr>
            <a:r>
              <a:rPr lang="en-US" sz="2600" b="0" strike="noStrike" spc="-1">
                <a:solidFill>
                  <a:srgbClr val="FFFFFF"/>
                </a:solidFill>
                <a:latin typeface="Verdana"/>
                <a:ea typeface="Verdana"/>
              </a:rPr>
              <a:t>Problem Statement</a:t>
            </a:r>
            <a:endParaRPr lang="en-US" sz="2600" b="0" strike="noStrike" spc="-1">
              <a:latin typeface="Arial"/>
            </a:endParaRPr>
          </a:p>
        </p:txBody>
      </p:sp>
      <p:sp>
        <p:nvSpPr>
          <p:cNvPr id="500" name="TextShape 3"/>
          <p:cNvSpPr txBox="1"/>
          <p:nvPr/>
        </p:nvSpPr>
        <p:spPr>
          <a:xfrm>
            <a:off x="243000" y="1170720"/>
            <a:ext cx="6615000" cy="4041360"/>
          </a:xfrm>
          <a:prstGeom prst="rect">
            <a:avLst/>
          </a:prstGeom>
          <a:noFill/>
          <a:ln>
            <a:noFill/>
          </a:ln>
        </p:spPr>
        <p:txBody>
          <a:bodyPr lIns="90000" tIns="45000" rIns="90000" bIns="45000">
            <a:spAutoFit/>
          </a:bodyPr>
          <a:lstStyle/>
          <a:p>
            <a:r>
              <a:rPr lang="en-US" sz="1800" b="0" strike="noStrike" spc="-1">
                <a:solidFill>
                  <a:srgbClr val="FFFFFF"/>
                </a:solidFill>
                <a:latin typeface="Verdana"/>
              </a:rPr>
              <a:t>To Create an Application for  </a:t>
            </a:r>
            <a:r>
              <a:rPr lang="en-US" sz="1800" b="1" strike="noStrike" spc="-1">
                <a:solidFill>
                  <a:srgbClr val="FFFFFF"/>
                </a:solidFill>
                <a:latin typeface="Verdana"/>
              </a:rPr>
              <a:t>Online Ayurveda Medicine</a:t>
            </a:r>
            <a:endParaRPr lang="en-US" sz="1800" b="0" strike="noStrike" spc="-1">
              <a:latin typeface="Arial"/>
            </a:endParaRPr>
          </a:p>
          <a:p>
            <a:endParaRPr lang="en-US" sz="1800" b="0" strike="noStrike" spc="-1">
              <a:latin typeface="Arial"/>
            </a:endParaRPr>
          </a:p>
          <a:p>
            <a:r>
              <a:rPr lang="en-US" sz="1800" b="0" strike="noStrike" spc="-1">
                <a:solidFill>
                  <a:srgbClr val="FFFFFF"/>
                </a:solidFill>
                <a:latin typeface="Verdana"/>
              </a:rPr>
              <a:t>Customer should be able to  search,buy, modify and order the medicine.</a:t>
            </a:r>
            <a:endParaRPr lang="en-US" sz="1800" b="0" strike="noStrike" spc="-1">
              <a:latin typeface="Arial"/>
            </a:endParaRPr>
          </a:p>
          <a:p>
            <a:endParaRPr lang="en-US" sz="1800" b="0" strike="noStrike" spc="-1">
              <a:latin typeface="Arial"/>
            </a:endParaRPr>
          </a:p>
          <a:p>
            <a:r>
              <a:rPr lang="en-US" sz="1800" b="0" strike="noStrike" spc="-1">
                <a:solidFill>
                  <a:srgbClr val="FFFFFF"/>
                </a:solidFill>
                <a:latin typeface="Verdana"/>
              </a:rPr>
              <a:t>Admin should be able to perform below operati</a:t>
            </a:r>
            <a:r>
              <a:rPr lang="en-US" sz="1600" b="0" strike="noStrike" spc="-1">
                <a:solidFill>
                  <a:srgbClr val="FFFFFF"/>
                </a:solidFill>
                <a:latin typeface="Verdana"/>
              </a:rPr>
              <a:t>ons:</a:t>
            </a:r>
            <a:endParaRPr lang="en-US" sz="1600" b="0" strike="noStrike" spc="-1">
              <a:latin typeface="Arial"/>
            </a:endParaRPr>
          </a:p>
          <a:p>
            <a:endParaRPr lang="en-US" sz="1600" b="0" strike="noStrike" spc="-1">
              <a:latin typeface="Arial"/>
            </a:endParaRPr>
          </a:p>
          <a:p>
            <a:r>
              <a:rPr lang="en-US" sz="1600" b="0" strike="noStrike" spc="-1">
                <a:solidFill>
                  <a:srgbClr val="FFFFFF"/>
                </a:solidFill>
                <a:latin typeface="Verdana"/>
              </a:rPr>
              <a:t>1.Customer Management</a:t>
            </a:r>
            <a:endParaRPr lang="en-US" sz="1600" b="0" strike="noStrike" spc="-1">
              <a:latin typeface="Arial"/>
            </a:endParaRPr>
          </a:p>
          <a:p>
            <a:endParaRPr lang="en-US" sz="1600" b="0" strike="noStrike" spc="-1">
              <a:latin typeface="Arial"/>
            </a:endParaRPr>
          </a:p>
          <a:p>
            <a:r>
              <a:rPr lang="en-US" sz="1600" b="0" strike="noStrike" spc="-1">
                <a:solidFill>
                  <a:srgbClr val="FFFFFF"/>
                </a:solidFill>
                <a:latin typeface="Verdana"/>
              </a:rPr>
              <a:t>2.Medicine Management</a:t>
            </a:r>
            <a:endParaRPr lang="en-US" sz="1600" b="0" strike="noStrike" spc="-1">
              <a:latin typeface="Arial"/>
            </a:endParaRPr>
          </a:p>
          <a:p>
            <a:endParaRPr lang="en-US" sz="1600" b="0" strike="noStrike" spc="-1">
              <a:latin typeface="Arial"/>
            </a:endParaRPr>
          </a:p>
          <a:p>
            <a:r>
              <a:rPr lang="en-US" sz="1600" b="0" strike="noStrike" spc="-1">
                <a:solidFill>
                  <a:srgbClr val="FFFFFF"/>
                </a:solidFill>
                <a:latin typeface="Verdana"/>
              </a:rPr>
              <a:t>3.Order Management</a:t>
            </a:r>
            <a:endParaRPr lang="en-US" sz="1600" b="0" strike="noStrike" spc="-1">
              <a:latin typeface="Arial"/>
            </a:endParaRPr>
          </a:p>
          <a:p>
            <a:endParaRPr lang="en-US" sz="16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CustomShape 1"/>
          <p:cNvSpPr/>
          <p:nvPr/>
        </p:nvSpPr>
        <p:spPr>
          <a:xfrm>
            <a:off x="294840" y="372600"/>
            <a:ext cx="4476960" cy="819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ts val="2999"/>
              </a:lnSpc>
              <a:spcAft>
                <a:spcPts val="601"/>
              </a:spcAft>
            </a:pPr>
            <a:r>
              <a:rPr lang="en-US" sz="2600" b="0" strike="noStrike" spc="-1">
                <a:solidFill>
                  <a:srgbClr val="FFFFFF"/>
                </a:solidFill>
                <a:latin typeface="Verdana"/>
              </a:rPr>
              <a:t>Road Map</a:t>
            </a:r>
            <a:endParaRPr lang="en-US" sz="2600" b="0" strike="noStrike" spc="-1">
              <a:latin typeface="Arial"/>
            </a:endParaRPr>
          </a:p>
        </p:txBody>
      </p:sp>
      <p:sp>
        <p:nvSpPr>
          <p:cNvPr id="503" name="CustomShape 2"/>
          <p:cNvSpPr/>
          <p:nvPr/>
        </p:nvSpPr>
        <p:spPr>
          <a:xfrm>
            <a:off x="22320" y="1730880"/>
            <a:ext cx="7196760" cy="1461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000000"/>
                </a:solidFill>
                <a:latin typeface="Verdana"/>
                <a:ea typeface="DejaVu Sans"/>
              </a:rPr>
              <a:t>Application will be developed in following Sprints –</a:t>
            </a:r>
            <a:endParaRPr lang="en-US" sz="1800" b="0" strike="noStrike" spc="-1">
              <a:latin typeface="Arial"/>
            </a:endParaRPr>
          </a:p>
          <a:p>
            <a:pPr marL="343080" indent="-342360">
              <a:lnSpc>
                <a:spcPct val="100000"/>
              </a:lnSpc>
              <a:buClr>
                <a:srgbClr val="000000"/>
              </a:buClr>
              <a:buFont typeface="Verdana"/>
              <a:buAutoNum type="arabicPeriod"/>
            </a:pPr>
            <a:r>
              <a:rPr lang="en-US" sz="1800" b="0" strike="noStrike" spc="-1">
                <a:solidFill>
                  <a:srgbClr val="000000"/>
                </a:solidFill>
                <a:latin typeface="Verdana"/>
                <a:ea typeface="DejaVu Sans"/>
              </a:rPr>
              <a:t>Core Java +JPA with Hibernate </a:t>
            </a:r>
            <a:endParaRPr lang="en-US" sz="1800" b="0" strike="noStrike" spc="-1">
              <a:latin typeface="Arial"/>
            </a:endParaRPr>
          </a:p>
          <a:p>
            <a:pPr marL="343080" indent="-342360">
              <a:lnSpc>
                <a:spcPct val="100000"/>
              </a:lnSpc>
              <a:buClr>
                <a:srgbClr val="000000"/>
              </a:buClr>
              <a:buFont typeface="Verdana"/>
              <a:buAutoNum type="arabicPeriod"/>
            </a:pPr>
            <a:r>
              <a:rPr lang="en-US" sz="1800" b="0" strike="noStrike" spc="-1">
                <a:solidFill>
                  <a:srgbClr val="000000"/>
                </a:solidFill>
                <a:latin typeface="Verdana"/>
                <a:ea typeface="DejaVu Sans"/>
              </a:rPr>
              <a:t>Spring Boot + Rest Controller + JPA with Hibernate</a:t>
            </a:r>
            <a:endParaRPr lang="en-US" sz="1800" b="0" strike="noStrike" spc="-1">
              <a:latin typeface="Arial"/>
            </a:endParaRPr>
          </a:p>
          <a:p>
            <a:pPr marL="343080" indent="-342360">
              <a:lnSpc>
                <a:spcPct val="100000"/>
              </a:lnSpc>
              <a:buClr>
                <a:srgbClr val="000000"/>
              </a:buClr>
              <a:buFont typeface="Verdana"/>
              <a:buAutoNum type="arabicPeriod"/>
            </a:pPr>
            <a:r>
              <a:rPr lang="en-US" sz="1800" b="0" strike="noStrike" spc="-1">
                <a:solidFill>
                  <a:srgbClr val="000000"/>
                </a:solidFill>
                <a:latin typeface="Verdana"/>
                <a:ea typeface="DejaVu Sans"/>
              </a:rPr>
              <a:t>Angular for UI design (Front End) + Integration with previous Sprint</a:t>
            </a:r>
            <a:endParaRPr lang="en-US"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CustomShape 1"/>
          <p:cNvSpPr/>
          <p:nvPr/>
        </p:nvSpPr>
        <p:spPr>
          <a:xfrm>
            <a:off x="7712640" y="251280"/>
            <a:ext cx="3593520" cy="952560"/>
          </a:xfrm>
          <a:prstGeom prst="rect">
            <a:avLst/>
          </a:prstGeom>
          <a:noFill/>
          <a:ln>
            <a:noFill/>
          </a:ln>
        </p:spPr>
        <p:style>
          <a:lnRef idx="0">
            <a:scrgbClr r="0" g="0" b="0"/>
          </a:lnRef>
          <a:fillRef idx="0">
            <a:scrgbClr r="0" g="0" b="0"/>
          </a:fillRef>
          <a:effectRef idx="0">
            <a:scrgbClr r="0" g="0" b="0"/>
          </a:effectRef>
          <a:fontRef idx="minor"/>
        </p:style>
      </p:sp>
      <p:sp>
        <p:nvSpPr>
          <p:cNvPr id="505" name="CustomShape 2"/>
          <p:cNvSpPr/>
          <p:nvPr/>
        </p:nvSpPr>
        <p:spPr>
          <a:xfrm>
            <a:off x="407880" y="404640"/>
            <a:ext cx="6983280" cy="862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en-US" sz="2600" b="0" strike="noStrike" spc="-1">
                <a:solidFill>
                  <a:srgbClr val="0070AD"/>
                </a:solidFill>
                <a:latin typeface="Verdana"/>
              </a:rPr>
              <a:t>Plan</a:t>
            </a:r>
            <a:endParaRPr lang="en-US" sz="2600" b="0" strike="noStrike" spc="-1">
              <a:latin typeface="Arial"/>
            </a:endParaRPr>
          </a:p>
        </p:txBody>
      </p:sp>
      <p:sp>
        <p:nvSpPr>
          <p:cNvPr id="506" name="CustomShape 3"/>
          <p:cNvSpPr/>
          <p:nvPr/>
        </p:nvSpPr>
        <p:spPr>
          <a:xfrm>
            <a:off x="417600" y="1199160"/>
            <a:ext cx="5587920" cy="50101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2360">
              <a:lnSpc>
                <a:spcPts val="2200"/>
              </a:lnSpc>
              <a:spcAft>
                <a:spcPts val="601"/>
              </a:spcAft>
              <a:buClr>
                <a:srgbClr val="000000"/>
              </a:buClr>
              <a:buFont typeface="Verdana"/>
              <a:buAutoNum type="arabicPeriod"/>
            </a:pPr>
            <a:r>
              <a:rPr lang="en-US" sz="1800" b="0" strike="noStrike" spc="-1">
                <a:solidFill>
                  <a:srgbClr val="000000"/>
                </a:solidFill>
                <a:latin typeface="Verdana"/>
                <a:ea typeface="DejaVu Sans"/>
              </a:rPr>
              <a:t> Design </a:t>
            </a:r>
            <a:endParaRPr lang="en-US" sz="1800" b="0" strike="noStrike" spc="-1">
              <a:latin typeface="Arial"/>
            </a:endParaRPr>
          </a:p>
          <a:p>
            <a:pPr marL="806400" lvl="2" indent="-342360">
              <a:lnSpc>
                <a:spcPts val="1599"/>
              </a:lnSpc>
              <a:spcAft>
                <a:spcPts val="601"/>
              </a:spcAft>
              <a:buClr>
                <a:srgbClr val="0070AD"/>
              </a:buClr>
              <a:buFont typeface="Verdana"/>
              <a:buAutoNum type="arabicPeriod"/>
            </a:pPr>
            <a:r>
              <a:rPr lang="en-US" sz="1400" b="0" strike="noStrike" spc="-1">
                <a:solidFill>
                  <a:srgbClr val="000000"/>
                </a:solidFill>
                <a:latin typeface="Verdana"/>
                <a:ea typeface="DejaVu Sans"/>
              </a:rPr>
              <a:t>Generate the skeleton as per class design provided</a:t>
            </a:r>
            <a:endParaRPr lang="en-US" sz="1400" b="0" strike="noStrike" spc="-1">
              <a:latin typeface="Arial"/>
            </a:endParaRPr>
          </a:p>
          <a:p>
            <a:pPr>
              <a:lnSpc>
                <a:spcPts val="2200"/>
              </a:lnSpc>
              <a:spcAft>
                <a:spcPts val="601"/>
              </a:spcAft>
            </a:pPr>
            <a:endParaRPr lang="en-US" sz="1400" b="0" strike="noStrike" spc="-1">
              <a:latin typeface="Arial"/>
            </a:endParaRPr>
          </a:p>
          <a:p>
            <a:pPr marL="343080" indent="-342360">
              <a:lnSpc>
                <a:spcPts val="2200"/>
              </a:lnSpc>
              <a:spcAft>
                <a:spcPts val="601"/>
              </a:spcAft>
              <a:buClr>
                <a:srgbClr val="000000"/>
              </a:buClr>
              <a:buFont typeface="Verdana"/>
              <a:buAutoNum type="arabicPeriod"/>
            </a:pPr>
            <a:r>
              <a:rPr lang="en-US" sz="1800" b="0" strike="noStrike" spc="-1">
                <a:solidFill>
                  <a:srgbClr val="000000"/>
                </a:solidFill>
                <a:latin typeface="Verdana"/>
                <a:ea typeface="DejaVu Sans"/>
              </a:rPr>
              <a:t>TDD approach</a:t>
            </a:r>
            <a:endParaRPr lang="en-US" sz="1800" b="0" strike="noStrike" spc="-1">
              <a:latin typeface="Arial"/>
            </a:endParaRPr>
          </a:p>
          <a:p>
            <a:pPr marL="806400" lvl="2" indent="-342360">
              <a:lnSpc>
                <a:spcPts val="1599"/>
              </a:lnSpc>
              <a:spcAft>
                <a:spcPts val="601"/>
              </a:spcAft>
              <a:buClr>
                <a:srgbClr val="0070AD"/>
              </a:buClr>
              <a:buFont typeface="Verdana"/>
              <a:buAutoNum type="arabicPeriod"/>
            </a:pPr>
            <a:r>
              <a:rPr lang="en-US" sz="1400" b="0" strike="noStrike" spc="-1">
                <a:solidFill>
                  <a:srgbClr val="000000"/>
                </a:solidFill>
                <a:latin typeface="Verdana"/>
                <a:ea typeface="DejaVu Sans"/>
              </a:rPr>
              <a:t>Identify test cases for each module</a:t>
            </a:r>
            <a:endParaRPr lang="en-US" sz="1400" b="0" strike="noStrike" spc="-1">
              <a:latin typeface="Arial"/>
            </a:endParaRPr>
          </a:p>
          <a:p>
            <a:pPr marL="806400" lvl="2" indent="-342360">
              <a:lnSpc>
                <a:spcPts val="1599"/>
              </a:lnSpc>
              <a:spcAft>
                <a:spcPts val="601"/>
              </a:spcAft>
              <a:buClr>
                <a:srgbClr val="0070AD"/>
              </a:buClr>
              <a:buFont typeface="Verdana"/>
              <a:buAutoNum type="arabicPeriod"/>
            </a:pPr>
            <a:r>
              <a:rPr lang="en-US" sz="1400" b="0" strike="noStrike" spc="-1">
                <a:solidFill>
                  <a:srgbClr val="000000"/>
                </a:solidFill>
                <a:latin typeface="Verdana"/>
                <a:ea typeface="DejaVu Sans"/>
              </a:rPr>
              <a:t>Write Failing Test cases</a:t>
            </a:r>
            <a:endParaRPr lang="en-US" sz="1400" b="0" strike="noStrike" spc="-1">
              <a:latin typeface="Arial"/>
            </a:endParaRPr>
          </a:p>
          <a:p>
            <a:pPr marL="806400" lvl="2" indent="-342360">
              <a:lnSpc>
                <a:spcPts val="1599"/>
              </a:lnSpc>
              <a:spcAft>
                <a:spcPts val="601"/>
              </a:spcAft>
              <a:buClr>
                <a:srgbClr val="0070AD"/>
              </a:buClr>
              <a:buFont typeface="Verdana"/>
              <a:buAutoNum type="arabicPeriod"/>
            </a:pPr>
            <a:r>
              <a:rPr lang="en-US" sz="1400" b="0" strike="noStrike" spc="-1">
                <a:solidFill>
                  <a:srgbClr val="000000"/>
                </a:solidFill>
                <a:latin typeface="Verdana"/>
                <a:ea typeface="DejaVu Sans"/>
              </a:rPr>
              <a:t>Convert the Test Cases in GREEN</a:t>
            </a:r>
            <a:endParaRPr lang="en-US" sz="1400" b="0" strike="noStrike" spc="-1">
              <a:latin typeface="Arial"/>
            </a:endParaRPr>
          </a:p>
          <a:p>
            <a:pPr>
              <a:lnSpc>
                <a:spcPts val="2200"/>
              </a:lnSpc>
              <a:spcAft>
                <a:spcPts val="601"/>
              </a:spcAft>
            </a:pPr>
            <a:endParaRPr lang="en-US" sz="1400" b="0" strike="noStrike" spc="-1">
              <a:latin typeface="Arial"/>
            </a:endParaRPr>
          </a:p>
          <a:p>
            <a:pPr marL="343080" indent="-342360">
              <a:lnSpc>
                <a:spcPts val="2200"/>
              </a:lnSpc>
              <a:spcAft>
                <a:spcPts val="601"/>
              </a:spcAft>
              <a:buClr>
                <a:srgbClr val="000000"/>
              </a:buClr>
              <a:buFont typeface="Verdana"/>
              <a:buAutoNum type="arabicPeriod"/>
            </a:pPr>
            <a:r>
              <a:rPr lang="en-US" sz="1800" b="0" strike="noStrike" spc="-1">
                <a:solidFill>
                  <a:srgbClr val="000000"/>
                </a:solidFill>
                <a:latin typeface="Verdana"/>
                <a:ea typeface="DejaVu Sans"/>
              </a:rPr>
              <a:t>Implement the case study in incremental manner</a:t>
            </a:r>
            <a:endParaRPr lang="en-US" sz="1800" b="0" strike="noStrike" spc="-1">
              <a:latin typeface="Arial"/>
            </a:endParaRPr>
          </a:p>
          <a:p>
            <a:pPr>
              <a:lnSpc>
                <a:spcPts val="2200"/>
              </a:lnSpc>
              <a:spcAft>
                <a:spcPts val="601"/>
              </a:spcAft>
            </a:pPr>
            <a:endParaRPr lang="en-US" sz="1800" b="0" strike="noStrike" spc="-1">
              <a:latin typeface="Arial"/>
            </a:endParaRPr>
          </a:p>
          <a:p>
            <a:pPr>
              <a:lnSpc>
                <a:spcPts val="2200"/>
              </a:lnSpc>
              <a:spcAft>
                <a:spcPts val="601"/>
              </a:spcAft>
            </a:pPr>
            <a:endParaRPr lang="en-US" sz="1800" b="0" strike="noStrike" spc="-1">
              <a:latin typeface="Arial"/>
            </a:endParaRPr>
          </a:p>
          <a:p>
            <a:pPr>
              <a:lnSpc>
                <a:spcPts val="2200"/>
              </a:lnSpc>
              <a:spcAft>
                <a:spcPts val="601"/>
              </a:spcAft>
            </a:pPr>
            <a:r>
              <a:rPr lang="en-US" sz="1800" b="0" strike="noStrike" spc="-1">
                <a:solidFill>
                  <a:srgbClr val="000000"/>
                </a:solidFill>
                <a:latin typeface="Verdana"/>
                <a:ea typeface="DejaVu Sans"/>
              </a:rPr>
              <a:t> </a:t>
            </a:r>
            <a:endParaRPr lang="en-US"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CustomShape 1"/>
          <p:cNvSpPr/>
          <p:nvPr/>
        </p:nvSpPr>
        <p:spPr>
          <a:xfrm>
            <a:off x="1382760" y="3845160"/>
            <a:ext cx="2075760" cy="1960920"/>
          </a:xfrm>
          <a:custGeom>
            <a:avLst/>
            <a:gdLst/>
            <a:ahLst/>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Verdana"/>
                <a:ea typeface="DejaVu Sans"/>
              </a:rPr>
              <a:t>Medicine Module</a:t>
            </a:r>
            <a:endParaRPr lang="en-US" sz="1800" b="0" strike="noStrike" spc="-1">
              <a:latin typeface="Arial"/>
            </a:endParaRPr>
          </a:p>
        </p:txBody>
      </p:sp>
      <p:sp>
        <p:nvSpPr>
          <p:cNvPr id="508" name="CustomShape 2"/>
          <p:cNvSpPr/>
          <p:nvPr/>
        </p:nvSpPr>
        <p:spPr>
          <a:xfrm>
            <a:off x="6520320" y="1294560"/>
            <a:ext cx="2075760" cy="1960920"/>
          </a:xfrm>
          <a:custGeom>
            <a:avLst/>
            <a:gdLst/>
            <a:ahLst/>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509" name="CustomShape 3"/>
          <p:cNvSpPr/>
          <p:nvPr/>
        </p:nvSpPr>
        <p:spPr>
          <a:xfrm>
            <a:off x="5731560" y="1290240"/>
            <a:ext cx="2075760" cy="1960920"/>
          </a:xfrm>
          <a:custGeom>
            <a:avLst/>
            <a:gdLst/>
            <a:ahLst/>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Verdana"/>
                <a:ea typeface="DejaVu Sans"/>
              </a:rPr>
              <a:t>Customer Module</a:t>
            </a:r>
            <a:endParaRPr lang="en-US" sz="1800" b="0" strike="noStrike" spc="-1">
              <a:latin typeface="Arial"/>
            </a:endParaRPr>
          </a:p>
        </p:txBody>
      </p:sp>
      <p:sp>
        <p:nvSpPr>
          <p:cNvPr id="510" name="CustomShape 4"/>
          <p:cNvSpPr/>
          <p:nvPr/>
        </p:nvSpPr>
        <p:spPr>
          <a:xfrm>
            <a:off x="1382760" y="1294560"/>
            <a:ext cx="2075760" cy="1960920"/>
          </a:xfrm>
          <a:custGeom>
            <a:avLst/>
            <a:gdLst/>
            <a:ahLst/>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Verdana"/>
                <a:ea typeface="DejaVu Sans"/>
              </a:rPr>
              <a:t>Login Module</a:t>
            </a:r>
            <a:endParaRPr lang="en-US" sz="1800" b="0" strike="noStrike" spc="-1">
              <a:latin typeface="Arial"/>
            </a:endParaRPr>
          </a:p>
        </p:txBody>
      </p:sp>
      <p:sp>
        <p:nvSpPr>
          <p:cNvPr id="511" name="CustomShape 5"/>
          <p:cNvSpPr/>
          <p:nvPr/>
        </p:nvSpPr>
        <p:spPr>
          <a:xfrm>
            <a:off x="9094320" y="1350360"/>
            <a:ext cx="1444680" cy="2059920"/>
          </a:xfrm>
          <a:prstGeom prst="rect">
            <a:avLst/>
          </a:prstGeom>
          <a:noFill/>
          <a:ln>
            <a:solidFill>
              <a:schemeClr val="bg1"/>
            </a:solidFill>
            <a:round/>
          </a:ln>
        </p:spPr>
        <p:style>
          <a:lnRef idx="2">
            <a:schemeClr val="accent1">
              <a:shade val="50000"/>
            </a:schemeClr>
          </a:lnRef>
          <a:fillRef idx="1">
            <a:schemeClr val="accent1"/>
          </a:fillRef>
          <a:effectRef idx="0">
            <a:schemeClr val="accent1"/>
          </a:effectRef>
          <a:fontRef idx="minor"/>
        </p:style>
      </p:sp>
      <p:sp>
        <p:nvSpPr>
          <p:cNvPr id="512" name="Line 6"/>
          <p:cNvSpPr/>
          <p:nvPr/>
        </p:nvSpPr>
        <p:spPr>
          <a:xfrm>
            <a:off x="9093960" y="5457600"/>
            <a:ext cx="1446120" cy="0"/>
          </a:xfrm>
          <a:prstGeom prst="line">
            <a:avLst/>
          </a:prstGeom>
          <a:ln w="47520">
            <a:solidFill>
              <a:schemeClr val="bg1"/>
            </a:solidFill>
            <a:round/>
          </a:ln>
        </p:spPr>
        <p:style>
          <a:lnRef idx="1">
            <a:schemeClr val="accent1"/>
          </a:lnRef>
          <a:fillRef idx="0">
            <a:schemeClr val="accent1"/>
          </a:fillRef>
          <a:effectRef idx="0">
            <a:schemeClr val="accent1"/>
          </a:effectRef>
          <a:fontRef idx="minor"/>
        </p:style>
      </p:sp>
      <p:sp>
        <p:nvSpPr>
          <p:cNvPr id="513" name="CustomShape 7"/>
          <p:cNvSpPr/>
          <p:nvPr/>
        </p:nvSpPr>
        <p:spPr>
          <a:xfrm>
            <a:off x="1168200" y="340920"/>
            <a:ext cx="5736240"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000000"/>
                </a:solidFill>
                <a:latin typeface="Verdana"/>
                <a:ea typeface="DejaVu Sans"/>
              </a:rPr>
              <a:t>Modules</a:t>
            </a:r>
            <a:endParaRPr lang="en-US" sz="1800" b="0" strike="noStrike" spc="-1">
              <a:latin typeface="Arial"/>
            </a:endParaRPr>
          </a:p>
        </p:txBody>
      </p:sp>
      <p:sp>
        <p:nvSpPr>
          <p:cNvPr id="514" name="CustomShape 8"/>
          <p:cNvSpPr/>
          <p:nvPr/>
        </p:nvSpPr>
        <p:spPr>
          <a:xfrm>
            <a:off x="5731560" y="3742518"/>
            <a:ext cx="2075760" cy="1960920"/>
          </a:xfrm>
          <a:custGeom>
            <a:avLst/>
            <a:gdLst/>
            <a:ahLst/>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2B0A3D"/>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Verdana"/>
                <a:ea typeface="DejaVu Sans"/>
              </a:rPr>
              <a:t>Order Module</a:t>
            </a:r>
            <a:endParaRPr lang="en-US"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CustomShape 1"/>
          <p:cNvSpPr/>
          <p:nvPr/>
        </p:nvSpPr>
        <p:spPr>
          <a:xfrm>
            <a:off x="4821480" y="-3133800"/>
            <a:ext cx="8075520" cy="286200"/>
          </a:xfrm>
          <a:prstGeom prst="rect">
            <a:avLst/>
          </a:prstGeom>
          <a:noFill/>
          <a:ln>
            <a:noFill/>
          </a:ln>
        </p:spPr>
        <p:style>
          <a:lnRef idx="0">
            <a:scrgbClr r="0" g="0" b="0"/>
          </a:lnRef>
          <a:fillRef idx="0">
            <a:scrgbClr r="0" g="0" b="0"/>
          </a:fillRef>
          <a:effectRef idx="0">
            <a:scrgbClr r="0" g="0" b="0"/>
          </a:effectRef>
          <a:fontRef idx="minor"/>
        </p:style>
      </p:sp>
      <p:sp>
        <p:nvSpPr>
          <p:cNvPr id="517" name="CustomShape 2"/>
          <p:cNvSpPr/>
          <p:nvPr/>
        </p:nvSpPr>
        <p:spPr>
          <a:xfrm>
            <a:off x="1113840" y="482040"/>
            <a:ext cx="180540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a:solidFill>
                  <a:srgbClr val="000000"/>
                </a:solidFill>
                <a:latin typeface="Verdana"/>
                <a:ea typeface="DejaVu Sans"/>
              </a:rPr>
              <a:t>Class Design</a:t>
            </a:r>
            <a:endParaRPr lang="en-US" sz="1800" b="0" strike="noStrike" spc="-1">
              <a:latin typeface="Arial"/>
            </a:endParaRPr>
          </a:p>
        </p:txBody>
      </p:sp>
      <p:sp>
        <p:nvSpPr>
          <p:cNvPr id="518" name="CustomShape 3"/>
          <p:cNvSpPr/>
          <p:nvPr/>
        </p:nvSpPr>
        <p:spPr>
          <a:xfrm>
            <a:off x="1105560" y="955800"/>
            <a:ext cx="6973560" cy="51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n-US" sz="1400" b="1" u="sng" strike="noStrike" spc="-1">
                <a:solidFill>
                  <a:srgbClr val="000000"/>
                </a:solidFill>
                <a:uFillTx/>
                <a:latin typeface="Calibri"/>
                <a:ea typeface="Calibri"/>
              </a:rPr>
              <a:t>POJO Classes:</a:t>
            </a:r>
            <a:endParaRPr lang="en-US" sz="1400" b="0" strike="noStrike" spc="-1">
              <a:latin typeface="Arial"/>
            </a:endParaRPr>
          </a:p>
          <a:p>
            <a:pPr>
              <a:lnSpc>
                <a:spcPct val="100000"/>
              </a:lnSpc>
            </a:pPr>
            <a:endParaRPr lang="en-US" sz="1400" b="0" strike="noStrike" spc="-1">
              <a:latin typeface="Arial"/>
            </a:endParaRPr>
          </a:p>
        </p:txBody>
      </p:sp>
      <p:pic>
        <p:nvPicPr>
          <p:cNvPr id="519" name="Picture 518"/>
          <p:cNvPicPr/>
          <p:nvPr/>
        </p:nvPicPr>
        <p:blipFill>
          <a:blip r:embed="rId2"/>
          <a:stretch/>
        </p:blipFill>
        <p:spPr>
          <a:xfrm>
            <a:off x="1828800" y="1431000"/>
            <a:ext cx="7067160" cy="515268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CustomShape 1"/>
          <p:cNvSpPr/>
          <p:nvPr/>
        </p:nvSpPr>
        <p:spPr>
          <a:xfrm>
            <a:off x="4821480" y="-3133800"/>
            <a:ext cx="8075520" cy="286200"/>
          </a:xfrm>
          <a:prstGeom prst="rect">
            <a:avLst/>
          </a:prstGeom>
          <a:noFill/>
          <a:ln>
            <a:noFill/>
          </a:ln>
        </p:spPr>
        <p:style>
          <a:lnRef idx="0">
            <a:scrgbClr r="0" g="0" b="0"/>
          </a:lnRef>
          <a:fillRef idx="0">
            <a:scrgbClr r="0" g="0" b="0"/>
          </a:fillRef>
          <a:effectRef idx="0">
            <a:scrgbClr r="0" g="0" b="0"/>
          </a:effectRef>
          <a:fontRef idx="minor"/>
        </p:style>
      </p:sp>
      <p:sp>
        <p:nvSpPr>
          <p:cNvPr id="521" name="CustomShape 2"/>
          <p:cNvSpPr/>
          <p:nvPr/>
        </p:nvSpPr>
        <p:spPr>
          <a:xfrm>
            <a:off x="1113840" y="482040"/>
            <a:ext cx="180540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a:solidFill>
                  <a:srgbClr val="000000"/>
                </a:solidFill>
                <a:latin typeface="Verdana"/>
                <a:ea typeface="DejaVu Sans"/>
              </a:rPr>
              <a:t>Class Design</a:t>
            </a:r>
            <a:endParaRPr lang="en-US" sz="1800" b="0" strike="noStrike" spc="-1">
              <a:latin typeface="Arial"/>
            </a:endParaRPr>
          </a:p>
        </p:txBody>
      </p:sp>
      <p:sp>
        <p:nvSpPr>
          <p:cNvPr id="522" name="CustomShape 3"/>
          <p:cNvSpPr/>
          <p:nvPr/>
        </p:nvSpPr>
        <p:spPr>
          <a:xfrm>
            <a:off x="1105560" y="1031760"/>
            <a:ext cx="6973560" cy="365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n-US" sz="1800" b="1" u="sng" strike="noStrike" spc="-1">
                <a:solidFill>
                  <a:srgbClr val="000000"/>
                </a:solidFill>
                <a:uFillTx/>
                <a:latin typeface="Verdana"/>
                <a:ea typeface="DejaVu Sans"/>
              </a:rPr>
              <a:t>Service Interface:</a:t>
            </a:r>
            <a:endParaRPr lang="en-US" sz="1800" b="0" strike="noStrike" spc="-1">
              <a:latin typeface="Aria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8932" y="1660358"/>
            <a:ext cx="8506281" cy="45939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CustomShape 1"/>
          <p:cNvSpPr/>
          <p:nvPr/>
        </p:nvSpPr>
        <p:spPr>
          <a:xfrm>
            <a:off x="4821480" y="-3133800"/>
            <a:ext cx="8075520" cy="286200"/>
          </a:xfrm>
          <a:prstGeom prst="rect">
            <a:avLst/>
          </a:prstGeom>
          <a:noFill/>
          <a:ln>
            <a:noFill/>
          </a:ln>
        </p:spPr>
        <p:style>
          <a:lnRef idx="0">
            <a:scrgbClr r="0" g="0" b="0"/>
          </a:lnRef>
          <a:fillRef idx="0">
            <a:scrgbClr r="0" g="0" b="0"/>
          </a:fillRef>
          <a:effectRef idx="0">
            <a:scrgbClr r="0" g="0" b="0"/>
          </a:effectRef>
          <a:fontRef idx="minor"/>
        </p:style>
      </p:sp>
      <p:sp>
        <p:nvSpPr>
          <p:cNvPr id="525" name="CustomShape 2"/>
          <p:cNvSpPr/>
          <p:nvPr/>
        </p:nvSpPr>
        <p:spPr>
          <a:xfrm>
            <a:off x="1113840" y="482040"/>
            <a:ext cx="180540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a:solidFill>
                  <a:srgbClr val="000000"/>
                </a:solidFill>
                <a:latin typeface="Verdana"/>
                <a:ea typeface="DejaVu Sans"/>
              </a:rPr>
              <a:t>Class Design</a:t>
            </a:r>
            <a:endParaRPr lang="en-US" sz="1800" b="0" strike="noStrike" spc="-1">
              <a:latin typeface="Arial"/>
            </a:endParaRPr>
          </a:p>
        </p:txBody>
      </p:sp>
      <p:sp>
        <p:nvSpPr>
          <p:cNvPr id="526" name="CustomShape 3"/>
          <p:cNvSpPr/>
          <p:nvPr/>
        </p:nvSpPr>
        <p:spPr>
          <a:xfrm>
            <a:off x="1105560" y="1031760"/>
            <a:ext cx="6973560" cy="365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n-US" sz="1800" b="1" u="sng" strike="noStrike" spc="-1">
                <a:solidFill>
                  <a:srgbClr val="000000"/>
                </a:solidFill>
                <a:uFillTx/>
                <a:latin typeface="Verdana"/>
                <a:ea typeface="DejaVu Sans"/>
              </a:rPr>
              <a:t>Repository:</a:t>
            </a:r>
            <a:endParaRPr lang="en-US" sz="1800" b="0" strike="noStrike" spc="-1">
              <a:latin typeface="Aria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389" y="1603091"/>
            <a:ext cx="7113470" cy="46028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8" name="Group 1"/>
          <p:cNvGrpSpPr/>
          <p:nvPr/>
        </p:nvGrpSpPr>
        <p:grpSpPr>
          <a:xfrm>
            <a:off x="5808600" y="1700640"/>
            <a:ext cx="6532200" cy="4665600"/>
            <a:chOff x="5808600" y="1700640"/>
            <a:chExt cx="6532200" cy="4665600"/>
          </a:xfrm>
        </p:grpSpPr>
        <p:pic>
          <p:nvPicPr>
            <p:cNvPr id="529" name="Picture 9"/>
            <p:cNvPicPr/>
            <p:nvPr/>
          </p:nvPicPr>
          <p:blipFill>
            <a:blip r:embed="rId2"/>
            <a:stretch/>
          </p:blipFill>
          <p:spPr>
            <a:xfrm>
              <a:off x="5808600" y="1700640"/>
              <a:ext cx="6532200" cy="4665600"/>
            </a:xfrm>
            <a:prstGeom prst="rect">
              <a:avLst/>
            </a:prstGeom>
            <a:ln>
              <a:noFill/>
            </a:ln>
          </p:spPr>
        </p:pic>
        <p:sp>
          <p:nvSpPr>
            <p:cNvPr id="530" name="CustomShape 2"/>
            <p:cNvSpPr/>
            <p:nvPr/>
          </p:nvSpPr>
          <p:spPr>
            <a:xfrm>
              <a:off x="6561000" y="2061720"/>
              <a:ext cx="4904280" cy="2735640"/>
            </a:xfrm>
            <a:prstGeom prst="rect">
              <a:avLst/>
            </a:prstGeom>
            <a:gradFill rotWithShape="0">
              <a:gsLst>
                <a:gs pos="0">
                  <a:srgbClr val="000000"/>
                </a:gs>
                <a:gs pos="100000">
                  <a:srgbClr val="595959"/>
                </a:gs>
              </a:gsLst>
              <a:lin ang="16200000"/>
            </a:gradFill>
            <a:ln>
              <a:noFill/>
            </a:ln>
          </p:spPr>
          <p:style>
            <a:lnRef idx="2">
              <a:schemeClr val="accent1">
                <a:shade val="50000"/>
              </a:schemeClr>
            </a:lnRef>
            <a:fillRef idx="1">
              <a:schemeClr val="accent1"/>
            </a:fillRef>
            <a:effectRef idx="0">
              <a:schemeClr val="accent1"/>
            </a:effectRef>
            <a:fontRef idx="minor"/>
          </p:style>
        </p:sp>
      </p:grpSp>
      <p:pic>
        <p:nvPicPr>
          <p:cNvPr id="531" name="Picture Placeholder 31"/>
          <p:cNvPicPr/>
          <p:nvPr/>
        </p:nvPicPr>
        <p:blipFill>
          <a:blip r:embed="rId3"/>
          <a:srcRect t="8398" b="8398"/>
          <a:stretch/>
        </p:blipFill>
        <p:spPr>
          <a:xfrm>
            <a:off x="6553080" y="2060640"/>
            <a:ext cx="4909320" cy="2721960"/>
          </a:xfrm>
          <a:prstGeom prst="rect">
            <a:avLst/>
          </a:prstGeom>
          <a:ln>
            <a:noFill/>
          </a:ln>
        </p:spPr>
      </p:pic>
      <p:sp>
        <p:nvSpPr>
          <p:cNvPr id="532" name="CustomShape 3"/>
          <p:cNvSpPr/>
          <p:nvPr/>
        </p:nvSpPr>
        <p:spPr>
          <a:xfrm>
            <a:off x="407880" y="404640"/>
            <a:ext cx="9863640" cy="862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en-US" sz="2600" b="0" strike="noStrike" spc="-1">
                <a:solidFill>
                  <a:srgbClr val="0070AD"/>
                </a:solidFill>
                <a:latin typeface="Verdana"/>
                <a:ea typeface="Verdana"/>
              </a:rPr>
              <a:t>Questions</a:t>
            </a:r>
            <a:endParaRPr lang="en-US" sz="2600" b="0" strike="noStrike" spc="-1">
              <a:latin typeface="Arial"/>
            </a:endParaRPr>
          </a:p>
        </p:txBody>
      </p:sp>
      <p:pic>
        <p:nvPicPr>
          <p:cNvPr id="533" name="Graphic 25"/>
          <p:cNvPicPr/>
          <p:nvPr/>
        </p:nvPicPr>
        <p:blipFill>
          <a:blip r:embed="rId4"/>
          <a:srcRect l="81836" t="-4712" b="16530"/>
          <a:stretch/>
        </p:blipFill>
        <p:spPr>
          <a:xfrm>
            <a:off x="11491560" y="164880"/>
            <a:ext cx="423720" cy="459000"/>
          </a:xfrm>
          <a:prstGeom prst="rect">
            <a:avLst/>
          </a:prstGeom>
          <a:ln>
            <a:noFill/>
          </a:ln>
        </p:spPr>
      </p:pic>
      <p:pic>
        <p:nvPicPr>
          <p:cNvPr id="534" name="Graphic 30"/>
          <p:cNvPicPr/>
          <p:nvPr/>
        </p:nvPicPr>
        <p:blipFill>
          <a:blip r:embed="rId5"/>
          <a:stretch/>
        </p:blipFill>
        <p:spPr>
          <a:xfrm>
            <a:off x="1290960" y="2245680"/>
            <a:ext cx="3302640" cy="330264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10145</TotalTime>
  <Words>147</Words>
  <Application>Microsoft Office PowerPoint</Application>
  <PresentationFormat>Widescreen</PresentationFormat>
  <Paragraphs>45</Paragraphs>
  <Slides>10</Slides>
  <Notes>0</Notes>
  <HiddenSlides>0</HiddenSlides>
  <MMClips>0</MMClips>
  <ScaleCrop>false</ScaleCrop>
  <HeadingPairs>
    <vt:vector size="6" baseType="variant">
      <vt:variant>
        <vt:lpstr>Fonts Used</vt:lpstr>
      </vt:variant>
      <vt:variant>
        <vt:i4>6</vt:i4>
      </vt:variant>
      <vt:variant>
        <vt:lpstr>Theme</vt:lpstr>
      </vt:variant>
      <vt:variant>
        <vt:i4>8</vt:i4>
      </vt:variant>
      <vt:variant>
        <vt:lpstr>Slide Titles</vt:lpstr>
      </vt:variant>
      <vt:variant>
        <vt:i4>10</vt:i4>
      </vt:variant>
    </vt:vector>
  </HeadingPairs>
  <TitlesOfParts>
    <vt:vector size="24" baseType="lpstr">
      <vt:lpstr>Arial</vt:lpstr>
      <vt:lpstr>Calibri</vt:lpstr>
      <vt:lpstr>DejaVu Sans</vt:lpstr>
      <vt:lpstr>Symbol</vt:lpstr>
      <vt:lpstr>Verdana</vt:lpstr>
      <vt:lpstr>Wingdings</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Kulkarni, Sagar</dc:creator>
  <dc:description/>
  <cp:lastModifiedBy>Naik, Yogini</cp:lastModifiedBy>
  <cp:revision>56</cp:revision>
  <dcterms:created xsi:type="dcterms:W3CDTF">2018-05-28T05:37:39Z</dcterms:created>
  <dcterms:modified xsi:type="dcterms:W3CDTF">2020-11-17T07:08:03Z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0x010100064F797F9BD2124B9B89E1787624A7F8</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Widescreen</vt:lpwstr>
  </property>
  <property fmtid="{D5CDD505-2E9C-101B-9397-08002B2CF9AE}" pid="10" name="ScaleCrop">
    <vt:bool>false</vt:bool>
  </property>
  <property fmtid="{D5CDD505-2E9C-101B-9397-08002B2CF9AE}" pid="11" name="ShareDoc">
    <vt:bool>false</vt:bool>
  </property>
  <property fmtid="{D5CDD505-2E9C-101B-9397-08002B2CF9AE}" pid="12" name="Slides">
    <vt:i4>10</vt:i4>
  </property>
</Properties>
</file>